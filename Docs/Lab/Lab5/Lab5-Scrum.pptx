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24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7D1527-1530-4651-9FDB-B67D8E799A3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0B2AA4-3581-473B-9741-60D1F53569DF}">
      <dgm:prSet/>
      <dgm:spPr/>
      <dgm:t>
        <a:bodyPr/>
        <a:lstStyle/>
        <a:p>
          <a:pPr>
            <a:defRPr cap="all"/>
          </a:pPr>
          <a:r>
            <a:rPr lang="en-US" dirty="0" err="1"/>
            <a:t>Tên</a:t>
          </a:r>
          <a:r>
            <a:rPr lang="en-US" dirty="0"/>
            <a:t> </a:t>
          </a:r>
          <a:r>
            <a:rPr lang="en-US" dirty="0" err="1"/>
            <a:t>dự</a:t>
          </a:r>
          <a:r>
            <a:rPr lang="en-US" dirty="0"/>
            <a:t> </a:t>
          </a:r>
          <a:r>
            <a:rPr lang="en-US" dirty="0" err="1"/>
            <a:t>án</a:t>
          </a:r>
          <a:r>
            <a:rPr lang="en-US" dirty="0"/>
            <a:t>: Website </a:t>
          </a:r>
          <a:r>
            <a:rPr lang="en-US" dirty="0" err="1"/>
            <a:t>bán</a:t>
          </a:r>
          <a:r>
            <a:rPr lang="en-US" dirty="0"/>
            <a:t> ô </a:t>
          </a:r>
          <a:r>
            <a:rPr lang="en-US" dirty="0" err="1"/>
            <a:t>tô</a:t>
          </a:r>
          <a:endParaRPr lang="en-US" dirty="0"/>
        </a:p>
      </dgm:t>
    </dgm:pt>
    <dgm:pt modelId="{23414FF5-1FE5-43D9-BA8E-0E46FB2CD778}" type="parTrans" cxnId="{03690F4A-0834-408A-B445-319D48C6AF21}">
      <dgm:prSet/>
      <dgm:spPr/>
      <dgm:t>
        <a:bodyPr/>
        <a:lstStyle/>
        <a:p>
          <a:endParaRPr lang="en-US"/>
        </a:p>
      </dgm:t>
    </dgm:pt>
    <dgm:pt modelId="{E3AC8163-F889-4D9E-BEFF-E09206ADE029}" type="sibTrans" cxnId="{03690F4A-0834-408A-B445-319D48C6AF21}">
      <dgm:prSet/>
      <dgm:spPr/>
      <dgm:t>
        <a:bodyPr/>
        <a:lstStyle/>
        <a:p>
          <a:endParaRPr lang="en-US"/>
        </a:p>
      </dgm:t>
    </dgm:pt>
    <dgm:pt modelId="{ACFA5667-3B12-46C8-92A7-EE057508B237}">
      <dgm:prSet/>
      <dgm:spPr/>
      <dgm:t>
        <a:bodyPr/>
        <a:lstStyle/>
        <a:p>
          <a:pPr>
            <a:defRPr cap="all"/>
          </a:pPr>
          <a:r>
            <a:rPr lang="en-US" dirty="0" err="1"/>
            <a:t>Mục</a:t>
          </a:r>
          <a:r>
            <a:rPr lang="en-US" dirty="0"/>
            <a:t> </a:t>
          </a:r>
          <a:r>
            <a:rPr lang="en-US" dirty="0" err="1"/>
            <a:t>tiêu</a:t>
          </a:r>
          <a:r>
            <a:rPr lang="en-US" dirty="0"/>
            <a:t>: </a:t>
          </a:r>
          <a:r>
            <a:rPr lang="en-US" dirty="0" err="1"/>
            <a:t>Xây</a:t>
          </a:r>
          <a:r>
            <a:rPr lang="en-US" dirty="0"/>
            <a:t> </a:t>
          </a:r>
          <a:r>
            <a:rPr lang="en-US" dirty="0" err="1"/>
            <a:t>dựng</a:t>
          </a:r>
          <a:r>
            <a:rPr lang="en-US" dirty="0"/>
            <a:t> </a:t>
          </a:r>
          <a:r>
            <a:rPr lang="en-US" dirty="0" err="1"/>
            <a:t>hệ</a:t>
          </a:r>
          <a:r>
            <a:rPr lang="en-US" dirty="0"/>
            <a:t> </a:t>
          </a:r>
          <a:r>
            <a:rPr lang="en-US" dirty="0" err="1"/>
            <a:t>thống</a:t>
          </a:r>
          <a:r>
            <a:rPr lang="en-US" dirty="0"/>
            <a:t> web </a:t>
          </a:r>
          <a:r>
            <a:rPr lang="en-US" dirty="0" err="1"/>
            <a:t>bán</a:t>
          </a:r>
          <a:r>
            <a:rPr lang="en-US" dirty="0"/>
            <a:t> ô </a:t>
          </a:r>
          <a:r>
            <a:rPr lang="en-US" dirty="0" err="1"/>
            <a:t>tô</a:t>
          </a:r>
          <a:endParaRPr lang="en-US" dirty="0"/>
        </a:p>
      </dgm:t>
    </dgm:pt>
    <dgm:pt modelId="{C57600BD-67C5-4155-8594-5561880BE195}" type="parTrans" cxnId="{34621C16-BC7E-41DD-B883-3C0CC9EB6D64}">
      <dgm:prSet/>
      <dgm:spPr/>
      <dgm:t>
        <a:bodyPr/>
        <a:lstStyle/>
        <a:p>
          <a:endParaRPr lang="en-US"/>
        </a:p>
      </dgm:t>
    </dgm:pt>
    <dgm:pt modelId="{8E1877F1-9091-4205-ACCE-79937E0B9F7A}" type="sibTrans" cxnId="{34621C16-BC7E-41DD-B883-3C0CC9EB6D64}">
      <dgm:prSet/>
      <dgm:spPr/>
      <dgm:t>
        <a:bodyPr/>
        <a:lstStyle/>
        <a:p>
          <a:endParaRPr lang="en-US"/>
        </a:p>
      </dgm:t>
    </dgm:pt>
    <dgm:pt modelId="{6A7D57F2-8DF3-484C-B448-5C3542944A26}">
      <dgm:prSet/>
      <dgm:spPr/>
      <dgm:t>
        <a:bodyPr/>
        <a:lstStyle/>
        <a:p>
          <a:pPr>
            <a:defRPr cap="all"/>
          </a:pPr>
          <a:r>
            <a:rPr lang="en-US" dirty="0"/>
            <a:t>Công </a:t>
          </a:r>
          <a:r>
            <a:rPr lang="en-US" dirty="0" err="1"/>
            <a:t>nghệ</a:t>
          </a:r>
          <a:r>
            <a:rPr lang="en-US" dirty="0"/>
            <a:t>: ASP.NET API + React.js + SQL Server</a:t>
          </a:r>
        </a:p>
      </dgm:t>
    </dgm:pt>
    <dgm:pt modelId="{18D55BA2-A775-4BE2-AF68-D65D6A323633}" type="parTrans" cxnId="{4DADB51B-FEF6-4FE3-85D4-4767C057BA3D}">
      <dgm:prSet/>
      <dgm:spPr/>
      <dgm:t>
        <a:bodyPr/>
        <a:lstStyle/>
        <a:p>
          <a:endParaRPr lang="en-US"/>
        </a:p>
      </dgm:t>
    </dgm:pt>
    <dgm:pt modelId="{26EB794C-C192-40B7-90E0-221C5C857860}" type="sibTrans" cxnId="{4DADB51B-FEF6-4FE3-85D4-4767C057BA3D}">
      <dgm:prSet/>
      <dgm:spPr/>
      <dgm:t>
        <a:bodyPr/>
        <a:lstStyle/>
        <a:p>
          <a:endParaRPr lang="en-US"/>
        </a:p>
      </dgm:t>
    </dgm:pt>
    <dgm:pt modelId="{D07D1E7A-C3A2-4BD4-A9F8-660C1B591686}">
      <dgm:prSet/>
      <dgm:spPr/>
      <dgm:t>
        <a:bodyPr/>
        <a:lstStyle/>
        <a:p>
          <a:pPr>
            <a:defRPr cap="all"/>
          </a:pPr>
          <a:r>
            <a:rPr lang="en-US" dirty="0"/>
            <a:t>Thành </a:t>
          </a:r>
          <a:r>
            <a:rPr lang="en-US" dirty="0" err="1"/>
            <a:t>viên</a:t>
          </a:r>
          <a:r>
            <a:rPr lang="en-US" dirty="0"/>
            <a:t>: 5 </a:t>
          </a:r>
          <a:r>
            <a:rPr lang="en-US" dirty="0" err="1"/>
            <a:t>người</a:t>
          </a:r>
          <a:r>
            <a:rPr lang="en-US" dirty="0"/>
            <a:t> (PO, SM, Devs)</a:t>
          </a:r>
        </a:p>
      </dgm:t>
    </dgm:pt>
    <dgm:pt modelId="{A07906A1-1A4A-43A1-9BEE-259D0082C0F9}" type="parTrans" cxnId="{A5C3816D-F30A-40BA-9CEC-9F6A93B4637B}">
      <dgm:prSet/>
      <dgm:spPr/>
      <dgm:t>
        <a:bodyPr/>
        <a:lstStyle/>
        <a:p>
          <a:endParaRPr lang="en-US"/>
        </a:p>
      </dgm:t>
    </dgm:pt>
    <dgm:pt modelId="{4FE705A7-6B48-4CFD-A0DF-D2917E3184C5}" type="sibTrans" cxnId="{A5C3816D-F30A-40BA-9CEC-9F6A93B4637B}">
      <dgm:prSet/>
      <dgm:spPr/>
      <dgm:t>
        <a:bodyPr/>
        <a:lstStyle/>
        <a:p>
          <a:endParaRPr lang="en-US"/>
        </a:p>
      </dgm:t>
    </dgm:pt>
    <dgm:pt modelId="{65903CE5-47A1-4224-B1FA-BDB608060019}" type="pres">
      <dgm:prSet presAssocID="{267D1527-1530-4651-9FDB-B67D8E799A39}" presName="root" presStyleCnt="0">
        <dgm:presLayoutVars>
          <dgm:dir/>
          <dgm:resizeHandles val="exact"/>
        </dgm:presLayoutVars>
      </dgm:prSet>
      <dgm:spPr/>
    </dgm:pt>
    <dgm:pt modelId="{F43C091B-094B-432B-A7A7-FE3ADC6CE606}" type="pres">
      <dgm:prSet presAssocID="{950B2AA4-3581-473B-9741-60D1F53569DF}" presName="compNode" presStyleCnt="0"/>
      <dgm:spPr/>
    </dgm:pt>
    <dgm:pt modelId="{EFEFA5D3-352E-4F38-B021-965E30077658}" type="pres">
      <dgm:prSet presAssocID="{950B2AA4-3581-473B-9741-60D1F53569DF}" presName="iconBgRect" presStyleLbl="bgShp" presStyleIdx="0" presStyleCnt="4"/>
      <dgm:spPr/>
    </dgm:pt>
    <dgm:pt modelId="{63B95F45-D93E-4D60-9AE5-F089432B2477}" type="pres">
      <dgm:prSet presAssocID="{950B2AA4-3581-473B-9741-60D1F53569D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254ACF5-97FF-4102-BED8-8C9F0E9E7442}" type="pres">
      <dgm:prSet presAssocID="{950B2AA4-3581-473B-9741-60D1F53569DF}" presName="spaceRect" presStyleCnt="0"/>
      <dgm:spPr/>
    </dgm:pt>
    <dgm:pt modelId="{F9E75319-6474-4BE2-BFD6-21BE4C017200}" type="pres">
      <dgm:prSet presAssocID="{950B2AA4-3581-473B-9741-60D1F53569DF}" presName="textRect" presStyleLbl="revTx" presStyleIdx="0" presStyleCnt="4">
        <dgm:presLayoutVars>
          <dgm:chMax val="1"/>
          <dgm:chPref val="1"/>
        </dgm:presLayoutVars>
      </dgm:prSet>
      <dgm:spPr/>
    </dgm:pt>
    <dgm:pt modelId="{5F4B0BBA-059D-4214-A4CF-E99583008C78}" type="pres">
      <dgm:prSet presAssocID="{E3AC8163-F889-4D9E-BEFF-E09206ADE029}" presName="sibTrans" presStyleCnt="0"/>
      <dgm:spPr/>
    </dgm:pt>
    <dgm:pt modelId="{8463839B-A935-4ABE-A889-B3CD4A43E224}" type="pres">
      <dgm:prSet presAssocID="{ACFA5667-3B12-46C8-92A7-EE057508B237}" presName="compNode" presStyleCnt="0"/>
      <dgm:spPr/>
    </dgm:pt>
    <dgm:pt modelId="{877FA8A0-DECF-475F-AB8E-6392F8AE6832}" type="pres">
      <dgm:prSet presAssocID="{ACFA5667-3B12-46C8-92A7-EE057508B237}" presName="iconBgRect" presStyleLbl="bgShp" presStyleIdx="1" presStyleCnt="4"/>
      <dgm:spPr/>
    </dgm:pt>
    <dgm:pt modelId="{1957A38D-4DAE-4174-8683-830A95DA0FCC}" type="pres">
      <dgm:prSet presAssocID="{ACFA5667-3B12-46C8-92A7-EE057508B2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"/>
        </a:ext>
      </dgm:extLst>
    </dgm:pt>
    <dgm:pt modelId="{61883004-C42F-477A-B619-1C2061EF0AE7}" type="pres">
      <dgm:prSet presAssocID="{ACFA5667-3B12-46C8-92A7-EE057508B237}" presName="spaceRect" presStyleCnt="0"/>
      <dgm:spPr/>
    </dgm:pt>
    <dgm:pt modelId="{14BF00AB-B024-4810-BDD2-63739D8EA0B9}" type="pres">
      <dgm:prSet presAssocID="{ACFA5667-3B12-46C8-92A7-EE057508B237}" presName="textRect" presStyleLbl="revTx" presStyleIdx="1" presStyleCnt="4">
        <dgm:presLayoutVars>
          <dgm:chMax val="1"/>
          <dgm:chPref val="1"/>
        </dgm:presLayoutVars>
      </dgm:prSet>
      <dgm:spPr/>
    </dgm:pt>
    <dgm:pt modelId="{EDD3C7DC-96C6-4BA2-BD78-D4145F6BE870}" type="pres">
      <dgm:prSet presAssocID="{8E1877F1-9091-4205-ACCE-79937E0B9F7A}" presName="sibTrans" presStyleCnt="0"/>
      <dgm:spPr/>
    </dgm:pt>
    <dgm:pt modelId="{587EDF34-6128-4F55-87DF-8013DE30181B}" type="pres">
      <dgm:prSet presAssocID="{6A7D57F2-8DF3-484C-B448-5C3542944A26}" presName="compNode" presStyleCnt="0"/>
      <dgm:spPr/>
    </dgm:pt>
    <dgm:pt modelId="{4CE74789-87C3-4156-B167-7F21E38E380C}" type="pres">
      <dgm:prSet presAssocID="{6A7D57F2-8DF3-484C-B448-5C3542944A26}" presName="iconBgRect" presStyleLbl="bgShp" presStyleIdx="2" presStyleCnt="4"/>
      <dgm:spPr/>
    </dgm:pt>
    <dgm:pt modelId="{9D24CCC9-8C66-4AF5-9910-6D68C580382D}" type="pres">
      <dgm:prSet presAssocID="{6A7D57F2-8DF3-484C-B448-5C3542944A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E7552C6-B18D-4711-95C7-81D27479B915}" type="pres">
      <dgm:prSet presAssocID="{6A7D57F2-8DF3-484C-B448-5C3542944A26}" presName="spaceRect" presStyleCnt="0"/>
      <dgm:spPr/>
    </dgm:pt>
    <dgm:pt modelId="{E75613CD-EBE6-465D-AD6C-991EFC829E6A}" type="pres">
      <dgm:prSet presAssocID="{6A7D57F2-8DF3-484C-B448-5C3542944A26}" presName="textRect" presStyleLbl="revTx" presStyleIdx="2" presStyleCnt="4">
        <dgm:presLayoutVars>
          <dgm:chMax val="1"/>
          <dgm:chPref val="1"/>
        </dgm:presLayoutVars>
      </dgm:prSet>
      <dgm:spPr/>
    </dgm:pt>
    <dgm:pt modelId="{2A5F82A2-68B9-48BD-8EBE-57B2E88EB9D7}" type="pres">
      <dgm:prSet presAssocID="{26EB794C-C192-40B7-90E0-221C5C857860}" presName="sibTrans" presStyleCnt="0"/>
      <dgm:spPr/>
    </dgm:pt>
    <dgm:pt modelId="{A308292B-B17D-4C0D-8584-753B0C85434C}" type="pres">
      <dgm:prSet presAssocID="{D07D1E7A-C3A2-4BD4-A9F8-660C1B591686}" presName="compNode" presStyleCnt="0"/>
      <dgm:spPr/>
    </dgm:pt>
    <dgm:pt modelId="{E1240FB1-19FC-4A6A-AD3C-6593DF696563}" type="pres">
      <dgm:prSet presAssocID="{D07D1E7A-C3A2-4BD4-A9F8-660C1B591686}" presName="iconBgRect" presStyleLbl="bgShp" presStyleIdx="3" presStyleCnt="4"/>
      <dgm:spPr/>
    </dgm:pt>
    <dgm:pt modelId="{2307FD47-6309-44A7-A69B-5DF7EAEF95A8}" type="pres">
      <dgm:prSet presAssocID="{D07D1E7A-C3A2-4BD4-A9F8-660C1B5916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A997629-4C3C-420A-A510-BED37C7A7F38}" type="pres">
      <dgm:prSet presAssocID="{D07D1E7A-C3A2-4BD4-A9F8-660C1B591686}" presName="spaceRect" presStyleCnt="0"/>
      <dgm:spPr/>
    </dgm:pt>
    <dgm:pt modelId="{09AE088C-9779-45D2-8658-CEA3F9A3F86A}" type="pres">
      <dgm:prSet presAssocID="{D07D1E7A-C3A2-4BD4-A9F8-660C1B5916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4621C16-BC7E-41DD-B883-3C0CC9EB6D64}" srcId="{267D1527-1530-4651-9FDB-B67D8E799A39}" destId="{ACFA5667-3B12-46C8-92A7-EE057508B237}" srcOrd="1" destOrd="0" parTransId="{C57600BD-67C5-4155-8594-5561880BE195}" sibTransId="{8E1877F1-9091-4205-ACCE-79937E0B9F7A}"/>
    <dgm:cxn modelId="{4DADB51B-FEF6-4FE3-85D4-4767C057BA3D}" srcId="{267D1527-1530-4651-9FDB-B67D8E799A39}" destId="{6A7D57F2-8DF3-484C-B448-5C3542944A26}" srcOrd="2" destOrd="0" parTransId="{18D55BA2-A775-4BE2-AF68-D65D6A323633}" sibTransId="{26EB794C-C192-40B7-90E0-221C5C857860}"/>
    <dgm:cxn modelId="{03690F4A-0834-408A-B445-319D48C6AF21}" srcId="{267D1527-1530-4651-9FDB-B67D8E799A39}" destId="{950B2AA4-3581-473B-9741-60D1F53569DF}" srcOrd="0" destOrd="0" parTransId="{23414FF5-1FE5-43D9-BA8E-0E46FB2CD778}" sibTransId="{E3AC8163-F889-4D9E-BEFF-E09206ADE029}"/>
    <dgm:cxn modelId="{A5C3816D-F30A-40BA-9CEC-9F6A93B4637B}" srcId="{267D1527-1530-4651-9FDB-B67D8E799A39}" destId="{D07D1E7A-C3A2-4BD4-A9F8-660C1B591686}" srcOrd="3" destOrd="0" parTransId="{A07906A1-1A4A-43A1-9BEE-259D0082C0F9}" sibTransId="{4FE705A7-6B48-4CFD-A0DF-D2917E3184C5}"/>
    <dgm:cxn modelId="{4FFFD856-9E34-4FA7-86CF-1FD68B7BC14D}" type="presOf" srcId="{ACFA5667-3B12-46C8-92A7-EE057508B237}" destId="{14BF00AB-B024-4810-BDD2-63739D8EA0B9}" srcOrd="0" destOrd="0" presId="urn:microsoft.com/office/officeart/2018/5/layout/IconCircleLabelList"/>
    <dgm:cxn modelId="{42D5579B-2A01-4AE8-B17D-23551D640B7E}" type="presOf" srcId="{267D1527-1530-4651-9FDB-B67D8E799A39}" destId="{65903CE5-47A1-4224-B1FA-BDB608060019}" srcOrd="0" destOrd="0" presId="urn:microsoft.com/office/officeart/2018/5/layout/IconCircleLabelList"/>
    <dgm:cxn modelId="{0562EBA1-3941-4C7C-84D6-B0EC3B5F8859}" type="presOf" srcId="{D07D1E7A-C3A2-4BD4-A9F8-660C1B591686}" destId="{09AE088C-9779-45D2-8658-CEA3F9A3F86A}" srcOrd="0" destOrd="0" presId="urn:microsoft.com/office/officeart/2018/5/layout/IconCircleLabelList"/>
    <dgm:cxn modelId="{FA9644B3-E1D2-44E7-B014-1FAB4B4F2B62}" type="presOf" srcId="{6A7D57F2-8DF3-484C-B448-5C3542944A26}" destId="{E75613CD-EBE6-465D-AD6C-991EFC829E6A}" srcOrd="0" destOrd="0" presId="urn:microsoft.com/office/officeart/2018/5/layout/IconCircleLabelList"/>
    <dgm:cxn modelId="{CBE641BF-3300-44F6-BEA9-22F44BA1218D}" type="presOf" srcId="{950B2AA4-3581-473B-9741-60D1F53569DF}" destId="{F9E75319-6474-4BE2-BFD6-21BE4C017200}" srcOrd="0" destOrd="0" presId="urn:microsoft.com/office/officeart/2018/5/layout/IconCircleLabelList"/>
    <dgm:cxn modelId="{CAE4E52D-1C48-465D-943C-F20A59A72E74}" type="presParOf" srcId="{65903CE5-47A1-4224-B1FA-BDB608060019}" destId="{F43C091B-094B-432B-A7A7-FE3ADC6CE606}" srcOrd="0" destOrd="0" presId="urn:microsoft.com/office/officeart/2018/5/layout/IconCircleLabelList"/>
    <dgm:cxn modelId="{C80E1C20-97FB-4CB5-8661-955F338A13AF}" type="presParOf" srcId="{F43C091B-094B-432B-A7A7-FE3ADC6CE606}" destId="{EFEFA5D3-352E-4F38-B021-965E30077658}" srcOrd="0" destOrd="0" presId="urn:microsoft.com/office/officeart/2018/5/layout/IconCircleLabelList"/>
    <dgm:cxn modelId="{5CF87BB8-6D56-46BB-8880-8BD36AF4F1DA}" type="presParOf" srcId="{F43C091B-094B-432B-A7A7-FE3ADC6CE606}" destId="{63B95F45-D93E-4D60-9AE5-F089432B2477}" srcOrd="1" destOrd="0" presId="urn:microsoft.com/office/officeart/2018/5/layout/IconCircleLabelList"/>
    <dgm:cxn modelId="{D77AE4E5-62A4-4CD5-85DD-F3BCE8EDC337}" type="presParOf" srcId="{F43C091B-094B-432B-A7A7-FE3ADC6CE606}" destId="{6254ACF5-97FF-4102-BED8-8C9F0E9E7442}" srcOrd="2" destOrd="0" presId="urn:microsoft.com/office/officeart/2018/5/layout/IconCircleLabelList"/>
    <dgm:cxn modelId="{766AA3A8-4F17-4331-AEC1-717F18F74CAD}" type="presParOf" srcId="{F43C091B-094B-432B-A7A7-FE3ADC6CE606}" destId="{F9E75319-6474-4BE2-BFD6-21BE4C017200}" srcOrd="3" destOrd="0" presId="urn:microsoft.com/office/officeart/2018/5/layout/IconCircleLabelList"/>
    <dgm:cxn modelId="{884E59A7-2BE6-44A7-8EE4-D6FEEFD2A509}" type="presParOf" srcId="{65903CE5-47A1-4224-B1FA-BDB608060019}" destId="{5F4B0BBA-059D-4214-A4CF-E99583008C78}" srcOrd="1" destOrd="0" presId="urn:microsoft.com/office/officeart/2018/5/layout/IconCircleLabelList"/>
    <dgm:cxn modelId="{5D803693-F06D-47FD-9338-9C05602100CB}" type="presParOf" srcId="{65903CE5-47A1-4224-B1FA-BDB608060019}" destId="{8463839B-A935-4ABE-A889-B3CD4A43E224}" srcOrd="2" destOrd="0" presId="urn:microsoft.com/office/officeart/2018/5/layout/IconCircleLabelList"/>
    <dgm:cxn modelId="{B0DAC42C-F4FF-4D48-8A7C-F50AF48AA539}" type="presParOf" srcId="{8463839B-A935-4ABE-A889-B3CD4A43E224}" destId="{877FA8A0-DECF-475F-AB8E-6392F8AE6832}" srcOrd="0" destOrd="0" presId="urn:microsoft.com/office/officeart/2018/5/layout/IconCircleLabelList"/>
    <dgm:cxn modelId="{CEDF186F-2371-4185-8C56-47B0EF137BCE}" type="presParOf" srcId="{8463839B-A935-4ABE-A889-B3CD4A43E224}" destId="{1957A38D-4DAE-4174-8683-830A95DA0FCC}" srcOrd="1" destOrd="0" presId="urn:microsoft.com/office/officeart/2018/5/layout/IconCircleLabelList"/>
    <dgm:cxn modelId="{5D7D2C32-C25E-4C11-A8C1-38D4D4498CEF}" type="presParOf" srcId="{8463839B-A935-4ABE-A889-B3CD4A43E224}" destId="{61883004-C42F-477A-B619-1C2061EF0AE7}" srcOrd="2" destOrd="0" presId="urn:microsoft.com/office/officeart/2018/5/layout/IconCircleLabelList"/>
    <dgm:cxn modelId="{42E639F4-05A4-4E50-A1AF-FCB421D7AA19}" type="presParOf" srcId="{8463839B-A935-4ABE-A889-B3CD4A43E224}" destId="{14BF00AB-B024-4810-BDD2-63739D8EA0B9}" srcOrd="3" destOrd="0" presId="urn:microsoft.com/office/officeart/2018/5/layout/IconCircleLabelList"/>
    <dgm:cxn modelId="{F7CF0A0B-C372-4061-87D1-D5EE7D9B7E85}" type="presParOf" srcId="{65903CE5-47A1-4224-B1FA-BDB608060019}" destId="{EDD3C7DC-96C6-4BA2-BD78-D4145F6BE870}" srcOrd="3" destOrd="0" presId="urn:microsoft.com/office/officeart/2018/5/layout/IconCircleLabelList"/>
    <dgm:cxn modelId="{5A122E9E-FE37-4209-8B77-248CF4DD1424}" type="presParOf" srcId="{65903CE5-47A1-4224-B1FA-BDB608060019}" destId="{587EDF34-6128-4F55-87DF-8013DE30181B}" srcOrd="4" destOrd="0" presId="urn:microsoft.com/office/officeart/2018/5/layout/IconCircleLabelList"/>
    <dgm:cxn modelId="{CBDDA77F-4017-4C22-AD2A-4F51F725619D}" type="presParOf" srcId="{587EDF34-6128-4F55-87DF-8013DE30181B}" destId="{4CE74789-87C3-4156-B167-7F21E38E380C}" srcOrd="0" destOrd="0" presId="urn:microsoft.com/office/officeart/2018/5/layout/IconCircleLabelList"/>
    <dgm:cxn modelId="{537923ED-5778-43BF-95C8-79B0C8A0BDA9}" type="presParOf" srcId="{587EDF34-6128-4F55-87DF-8013DE30181B}" destId="{9D24CCC9-8C66-4AF5-9910-6D68C580382D}" srcOrd="1" destOrd="0" presId="urn:microsoft.com/office/officeart/2018/5/layout/IconCircleLabelList"/>
    <dgm:cxn modelId="{7D7C6315-B986-4F10-87F2-C791EDD0AA4E}" type="presParOf" srcId="{587EDF34-6128-4F55-87DF-8013DE30181B}" destId="{DE7552C6-B18D-4711-95C7-81D27479B915}" srcOrd="2" destOrd="0" presId="urn:microsoft.com/office/officeart/2018/5/layout/IconCircleLabelList"/>
    <dgm:cxn modelId="{4D4DE56A-6084-4CB7-94D7-D6E6DAE032BF}" type="presParOf" srcId="{587EDF34-6128-4F55-87DF-8013DE30181B}" destId="{E75613CD-EBE6-465D-AD6C-991EFC829E6A}" srcOrd="3" destOrd="0" presId="urn:microsoft.com/office/officeart/2018/5/layout/IconCircleLabelList"/>
    <dgm:cxn modelId="{04EB6742-2A0D-4370-8CAD-4E8BC8BEB9DE}" type="presParOf" srcId="{65903CE5-47A1-4224-B1FA-BDB608060019}" destId="{2A5F82A2-68B9-48BD-8EBE-57B2E88EB9D7}" srcOrd="5" destOrd="0" presId="urn:microsoft.com/office/officeart/2018/5/layout/IconCircleLabelList"/>
    <dgm:cxn modelId="{ED89F9F5-F77E-4B51-97A9-84063316B8C1}" type="presParOf" srcId="{65903CE5-47A1-4224-B1FA-BDB608060019}" destId="{A308292B-B17D-4C0D-8584-753B0C85434C}" srcOrd="6" destOrd="0" presId="urn:microsoft.com/office/officeart/2018/5/layout/IconCircleLabelList"/>
    <dgm:cxn modelId="{76FBB5AC-B8B1-486C-A6B7-E1C720674A47}" type="presParOf" srcId="{A308292B-B17D-4C0D-8584-753B0C85434C}" destId="{E1240FB1-19FC-4A6A-AD3C-6593DF696563}" srcOrd="0" destOrd="0" presId="urn:microsoft.com/office/officeart/2018/5/layout/IconCircleLabelList"/>
    <dgm:cxn modelId="{8E117804-7D80-4D15-8DCD-6CC28D464CA4}" type="presParOf" srcId="{A308292B-B17D-4C0D-8584-753B0C85434C}" destId="{2307FD47-6309-44A7-A69B-5DF7EAEF95A8}" srcOrd="1" destOrd="0" presId="urn:microsoft.com/office/officeart/2018/5/layout/IconCircleLabelList"/>
    <dgm:cxn modelId="{74ED8ACD-593E-4A4F-AF58-0099F9899321}" type="presParOf" srcId="{A308292B-B17D-4C0D-8584-753B0C85434C}" destId="{FA997629-4C3C-420A-A510-BED37C7A7F38}" srcOrd="2" destOrd="0" presId="urn:microsoft.com/office/officeart/2018/5/layout/IconCircleLabelList"/>
    <dgm:cxn modelId="{40B19FBE-E961-4E0D-AB05-6B791D6C42BF}" type="presParOf" srcId="{A308292B-B17D-4C0D-8584-753B0C85434C}" destId="{09AE088C-9779-45D2-8658-CEA3F9A3F86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13DBA2-9198-42D8-8A44-CB789F6485F8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8A4DC29-BBF9-421A-A6DF-976DCE3556B4}">
      <dgm:prSet/>
      <dgm:spPr/>
      <dgm:t>
        <a:bodyPr/>
        <a:lstStyle/>
        <a:p>
          <a:r>
            <a:rPr lang="en-US"/>
            <a:t>- Product Owner: xác định yêu cầu, quản lý backlog</a:t>
          </a:r>
        </a:p>
      </dgm:t>
    </dgm:pt>
    <dgm:pt modelId="{36483FF7-E9D1-4520-A24B-BEB1E63F70C1}" type="parTrans" cxnId="{C022B754-DF49-4282-A7F1-80152681CB62}">
      <dgm:prSet/>
      <dgm:spPr/>
      <dgm:t>
        <a:bodyPr/>
        <a:lstStyle/>
        <a:p>
          <a:endParaRPr lang="en-US"/>
        </a:p>
      </dgm:t>
    </dgm:pt>
    <dgm:pt modelId="{DA15F601-1FAD-4EB9-8957-A5DF84FCF6C6}" type="sibTrans" cxnId="{C022B754-DF49-4282-A7F1-80152681CB62}">
      <dgm:prSet/>
      <dgm:spPr/>
      <dgm:t>
        <a:bodyPr/>
        <a:lstStyle/>
        <a:p>
          <a:endParaRPr lang="en-US"/>
        </a:p>
      </dgm:t>
    </dgm:pt>
    <dgm:pt modelId="{E1A193D2-B16D-41EB-B5D4-29BBBA53CD6A}">
      <dgm:prSet/>
      <dgm:spPr/>
      <dgm:t>
        <a:bodyPr/>
        <a:lstStyle/>
        <a:p>
          <a:r>
            <a:rPr lang="en-US"/>
            <a:t>- Scrum Master: đảm bảo quy trình Scrum, gỡ rối</a:t>
          </a:r>
        </a:p>
      </dgm:t>
    </dgm:pt>
    <dgm:pt modelId="{3F5575DD-499D-4396-9AD7-6B0F21DCE3EF}" type="parTrans" cxnId="{2635A247-9B0E-45EF-91BC-3CE89D93E894}">
      <dgm:prSet/>
      <dgm:spPr/>
      <dgm:t>
        <a:bodyPr/>
        <a:lstStyle/>
        <a:p>
          <a:endParaRPr lang="en-US"/>
        </a:p>
      </dgm:t>
    </dgm:pt>
    <dgm:pt modelId="{3E50C6DB-CC20-4119-81C6-67270C315F81}" type="sibTrans" cxnId="{2635A247-9B0E-45EF-91BC-3CE89D93E894}">
      <dgm:prSet/>
      <dgm:spPr/>
      <dgm:t>
        <a:bodyPr/>
        <a:lstStyle/>
        <a:p>
          <a:endParaRPr lang="en-US"/>
        </a:p>
      </dgm:t>
    </dgm:pt>
    <dgm:pt modelId="{C358280B-8629-4DF2-A2AA-410D790B9906}">
      <dgm:prSet/>
      <dgm:spPr/>
      <dgm:t>
        <a:bodyPr/>
        <a:lstStyle/>
        <a:p>
          <a:r>
            <a:rPr lang="en-US"/>
            <a:t>- Development Team: thiết kế, lập trình, kiểm thử</a:t>
          </a:r>
        </a:p>
      </dgm:t>
    </dgm:pt>
    <dgm:pt modelId="{52A10006-27B9-42C6-970A-A3DF4926280F}" type="parTrans" cxnId="{E61CB199-8948-45B1-909E-EB36FA98FD19}">
      <dgm:prSet/>
      <dgm:spPr/>
      <dgm:t>
        <a:bodyPr/>
        <a:lstStyle/>
        <a:p>
          <a:endParaRPr lang="en-US"/>
        </a:p>
      </dgm:t>
    </dgm:pt>
    <dgm:pt modelId="{E8984131-0B3C-4662-9994-E95AEB851393}" type="sibTrans" cxnId="{E61CB199-8948-45B1-909E-EB36FA98FD19}">
      <dgm:prSet/>
      <dgm:spPr/>
      <dgm:t>
        <a:bodyPr/>
        <a:lstStyle/>
        <a:p>
          <a:endParaRPr lang="en-US"/>
        </a:p>
      </dgm:t>
    </dgm:pt>
    <dgm:pt modelId="{7FF7B41B-1D22-45D0-916E-0AEFEE5123D6}" type="pres">
      <dgm:prSet presAssocID="{5613DBA2-9198-42D8-8A44-CB789F6485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A6CFC3D-31B9-4B5D-9C5D-D05D7093E7FE}" type="pres">
      <dgm:prSet presAssocID="{B8A4DC29-BBF9-421A-A6DF-976DCE3556B4}" presName="hierRoot1" presStyleCnt="0">
        <dgm:presLayoutVars>
          <dgm:hierBranch val="init"/>
        </dgm:presLayoutVars>
      </dgm:prSet>
      <dgm:spPr/>
    </dgm:pt>
    <dgm:pt modelId="{C5D2AA16-55DA-46B2-ACA8-C2187E9A409B}" type="pres">
      <dgm:prSet presAssocID="{B8A4DC29-BBF9-421A-A6DF-976DCE3556B4}" presName="rootComposite1" presStyleCnt="0"/>
      <dgm:spPr/>
    </dgm:pt>
    <dgm:pt modelId="{1B8513E0-B310-4A47-932E-70B906B476D3}" type="pres">
      <dgm:prSet presAssocID="{B8A4DC29-BBF9-421A-A6DF-976DCE3556B4}" presName="rootText1" presStyleLbl="node0" presStyleIdx="0" presStyleCnt="3">
        <dgm:presLayoutVars>
          <dgm:chPref val="3"/>
        </dgm:presLayoutVars>
      </dgm:prSet>
      <dgm:spPr/>
    </dgm:pt>
    <dgm:pt modelId="{9B9EA294-9067-4E29-B76F-223354D48F22}" type="pres">
      <dgm:prSet presAssocID="{B8A4DC29-BBF9-421A-A6DF-976DCE3556B4}" presName="rootConnector1" presStyleLbl="node1" presStyleIdx="0" presStyleCnt="0"/>
      <dgm:spPr/>
    </dgm:pt>
    <dgm:pt modelId="{D592C5EC-CA65-4303-8E64-D1F0859581C7}" type="pres">
      <dgm:prSet presAssocID="{B8A4DC29-BBF9-421A-A6DF-976DCE3556B4}" presName="hierChild2" presStyleCnt="0"/>
      <dgm:spPr/>
    </dgm:pt>
    <dgm:pt modelId="{F6704BCA-A903-4A56-BE56-AAFD5BF066EF}" type="pres">
      <dgm:prSet presAssocID="{B8A4DC29-BBF9-421A-A6DF-976DCE3556B4}" presName="hierChild3" presStyleCnt="0"/>
      <dgm:spPr/>
    </dgm:pt>
    <dgm:pt modelId="{E9130919-4273-496E-9267-F5B6E74DD7B7}" type="pres">
      <dgm:prSet presAssocID="{E1A193D2-B16D-41EB-B5D4-29BBBA53CD6A}" presName="hierRoot1" presStyleCnt="0">
        <dgm:presLayoutVars>
          <dgm:hierBranch val="init"/>
        </dgm:presLayoutVars>
      </dgm:prSet>
      <dgm:spPr/>
    </dgm:pt>
    <dgm:pt modelId="{F989A574-161E-4946-819D-BDFFB95DA607}" type="pres">
      <dgm:prSet presAssocID="{E1A193D2-B16D-41EB-B5D4-29BBBA53CD6A}" presName="rootComposite1" presStyleCnt="0"/>
      <dgm:spPr/>
    </dgm:pt>
    <dgm:pt modelId="{CAD775FA-B594-4142-81BB-711604D401CC}" type="pres">
      <dgm:prSet presAssocID="{E1A193D2-B16D-41EB-B5D4-29BBBA53CD6A}" presName="rootText1" presStyleLbl="node0" presStyleIdx="1" presStyleCnt="3">
        <dgm:presLayoutVars>
          <dgm:chPref val="3"/>
        </dgm:presLayoutVars>
      </dgm:prSet>
      <dgm:spPr/>
    </dgm:pt>
    <dgm:pt modelId="{39A3FA14-EB49-4159-85C5-1549BCCD4C37}" type="pres">
      <dgm:prSet presAssocID="{E1A193D2-B16D-41EB-B5D4-29BBBA53CD6A}" presName="rootConnector1" presStyleLbl="node1" presStyleIdx="0" presStyleCnt="0"/>
      <dgm:spPr/>
    </dgm:pt>
    <dgm:pt modelId="{BB6B735A-14C6-440D-8879-382BCF5A9E12}" type="pres">
      <dgm:prSet presAssocID="{E1A193D2-B16D-41EB-B5D4-29BBBA53CD6A}" presName="hierChild2" presStyleCnt="0"/>
      <dgm:spPr/>
    </dgm:pt>
    <dgm:pt modelId="{5EC6526A-9F83-479F-8A61-DB23929EBD88}" type="pres">
      <dgm:prSet presAssocID="{E1A193D2-B16D-41EB-B5D4-29BBBA53CD6A}" presName="hierChild3" presStyleCnt="0"/>
      <dgm:spPr/>
    </dgm:pt>
    <dgm:pt modelId="{A8351D81-8692-4BE1-BBCC-275FC2672642}" type="pres">
      <dgm:prSet presAssocID="{C358280B-8629-4DF2-A2AA-410D790B9906}" presName="hierRoot1" presStyleCnt="0">
        <dgm:presLayoutVars>
          <dgm:hierBranch val="init"/>
        </dgm:presLayoutVars>
      </dgm:prSet>
      <dgm:spPr/>
    </dgm:pt>
    <dgm:pt modelId="{66142F6F-7841-40CB-8B28-DEA42EFB787C}" type="pres">
      <dgm:prSet presAssocID="{C358280B-8629-4DF2-A2AA-410D790B9906}" presName="rootComposite1" presStyleCnt="0"/>
      <dgm:spPr/>
    </dgm:pt>
    <dgm:pt modelId="{EE33F1B9-DC48-4781-A35B-E3C32E849AC5}" type="pres">
      <dgm:prSet presAssocID="{C358280B-8629-4DF2-A2AA-410D790B9906}" presName="rootText1" presStyleLbl="node0" presStyleIdx="2" presStyleCnt="3">
        <dgm:presLayoutVars>
          <dgm:chPref val="3"/>
        </dgm:presLayoutVars>
      </dgm:prSet>
      <dgm:spPr/>
    </dgm:pt>
    <dgm:pt modelId="{BB4525D4-7D32-460A-A079-95E3F301A16F}" type="pres">
      <dgm:prSet presAssocID="{C358280B-8629-4DF2-A2AA-410D790B9906}" presName="rootConnector1" presStyleLbl="node1" presStyleIdx="0" presStyleCnt="0"/>
      <dgm:spPr/>
    </dgm:pt>
    <dgm:pt modelId="{34CD08B1-557C-4489-A0DF-7EDD90A507F0}" type="pres">
      <dgm:prSet presAssocID="{C358280B-8629-4DF2-A2AA-410D790B9906}" presName="hierChild2" presStyleCnt="0"/>
      <dgm:spPr/>
    </dgm:pt>
    <dgm:pt modelId="{CF816435-B7F1-45AD-BCEC-63A91F29B6F2}" type="pres">
      <dgm:prSet presAssocID="{C358280B-8629-4DF2-A2AA-410D790B9906}" presName="hierChild3" presStyleCnt="0"/>
      <dgm:spPr/>
    </dgm:pt>
  </dgm:ptLst>
  <dgm:cxnLst>
    <dgm:cxn modelId="{2635A247-9B0E-45EF-91BC-3CE89D93E894}" srcId="{5613DBA2-9198-42D8-8A44-CB789F6485F8}" destId="{E1A193D2-B16D-41EB-B5D4-29BBBA53CD6A}" srcOrd="1" destOrd="0" parTransId="{3F5575DD-499D-4396-9AD7-6B0F21DCE3EF}" sibTransId="{3E50C6DB-CC20-4119-81C6-67270C315F81}"/>
    <dgm:cxn modelId="{E5CDAD68-8403-4111-A253-938634E873FC}" type="presOf" srcId="{E1A193D2-B16D-41EB-B5D4-29BBBA53CD6A}" destId="{39A3FA14-EB49-4159-85C5-1549BCCD4C37}" srcOrd="1" destOrd="0" presId="urn:microsoft.com/office/officeart/2009/3/layout/HorizontalOrganizationChart"/>
    <dgm:cxn modelId="{F0622B71-2E12-4A69-9758-78B562DAD014}" type="presOf" srcId="{B8A4DC29-BBF9-421A-A6DF-976DCE3556B4}" destId="{1B8513E0-B310-4A47-932E-70B906B476D3}" srcOrd="0" destOrd="0" presId="urn:microsoft.com/office/officeart/2009/3/layout/HorizontalOrganizationChart"/>
    <dgm:cxn modelId="{C022B754-DF49-4282-A7F1-80152681CB62}" srcId="{5613DBA2-9198-42D8-8A44-CB789F6485F8}" destId="{B8A4DC29-BBF9-421A-A6DF-976DCE3556B4}" srcOrd="0" destOrd="0" parTransId="{36483FF7-E9D1-4520-A24B-BEB1E63F70C1}" sibTransId="{DA15F601-1FAD-4EB9-8957-A5DF84FCF6C6}"/>
    <dgm:cxn modelId="{35F48A84-558F-46D4-81F0-DEF604300422}" type="presOf" srcId="{B8A4DC29-BBF9-421A-A6DF-976DCE3556B4}" destId="{9B9EA294-9067-4E29-B76F-223354D48F22}" srcOrd="1" destOrd="0" presId="urn:microsoft.com/office/officeart/2009/3/layout/HorizontalOrganizationChart"/>
    <dgm:cxn modelId="{0E9C0D96-9EC4-43C5-8026-D97A021EBB36}" type="presOf" srcId="{C358280B-8629-4DF2-A2AA-410D790B9906}" destId="{EE33F1B9-DC48-4781-A35B-E3C32E849AC5}" srcOrd="0" destOrd="0" presId="urn:microsoft.com/office/officeart/2009/3/layout/HorizontalOrganizationChart"/>
    <dgm:cxn modelId="{E61CB199-8948-45B1-909E-EB36FA98FD19}" srcId="{5613DBA2-9198-42D8-8A44-CB789F6485F8}" destId="{C358280B-8629-4DF2-A2AA-410D790B9906}" srcOrd="2" destOrd="0" parTransId="{52A10006-27B9-42C6-970A-A3DF4926280F}" sibTransId="{E8984131-0B3C-4662-9994-E95AEB851393}"/>
    <dgm:cxn modelId="{429258A9-2A95-4AFC-A879-9CB1546C0DDF}" type="presOf" srcId="{5613DBA2-9198-42D8-8A44-CB789F6485F8}" destId="{7FF7B41B-1D22-45D0-916E-0AEFEE5123D6}" srcOrd="0" destOrd="0" presId="urn:microsoft.com/office/officeart/2009/3/layout/HorizontalOrganizationChart"/>
    <dgm:cxn modelId="{0EBE2ECA-E184-4333-B232-79BF6734651C}" type="presOf" srcId="{C358280B-8629-4DF2-A2AA-410D790B9906}" destId="{BB4525D4-7D32-460A-A079-95E3F301A16F}" srcOrd="1" destOrd="0" presId="urn:microsoft.com/office/officeart/2009/3/layout/HorizontalOrganizationChart"/>
    <dgm:cxn modelId="{BFDB19F2-53F8-46DF-8FE5-BF732661BB11}" type="presOf" srcId="{E1A193D2-B16D-41EB-B5D4-29BBBA53CD6A}" destId="{CAD775FA-B594-4142-81BB-711604D401CC}" srcOrd="0" destOrd="0" presId="urn:microsoft.com/office/officeart/2009/3/layout/HorizontalOrganizationChart"/>
    <dgm:cxn modelId="{C251F0FF-A072-4387-B50F-EF1DDD519EE4}" type="presParOf" srcId="{7FF7B41B-1D22-45D0-916E-0AEFEE5123D6}" destId="{7A6CFC3D-31B9-4B5D-9C5D-D05D7093E7FE}" srcOrd="0" destOrd="0" presId="urn:microsoft.com/office/officeart/2009/3/layout/HorizontalOrganizationChart"/>
    <dgm:cxn modelId="{DE0334E1-4AD3-469C-8621-279E2A6D6EF6}" type="presParOf" srcId="{7A6CFC3D-31B9-4B5D-9C5D-D05D7093E7FE}" destId="{C5D2AA16-55DA-46B2-ACA8-C2187E9A409B}" srcOrd="0" destOrd="0" presId="urn:microsoft.com/office/officeart/2009/3/layout/HorizontalOrganizationChart"/>
    <dgm:cxn modelId="{AA3A8B77-9C32-4C34-8CA0-E1EC67B2F503}" type="presParOf" srcId="{C5D2AA16-55DA-46B2-ACA8-C2187E9A409B}" destId="{1B8513E0-B310-4A47-932E-70B906B476D3}" srcOrd="0" destOrd="0" presId="urn:microsoft.com/office/officeart/2009/3/layout/HorizontalOrganizationChart"/>
    <dgm:cxn modelId="{7932EC7F-4FCC-41A0-9076-0B037EFE5D28}" type="presParOf" srcId="{C5D2AA16-55DA-46B2-ACA8-C2187E9A409B}" destId="{9B9EA294-9067-4E29-B76F-223354D48F22}" srcOrd="1" destOrd="0" presId="urn:microsoft.com/office/officeart/2009/3/layout/HorizontalOrganizationChart"/>
    <dgm:cxn modelId="{6A61A9ED-55B2-4F60-84E8-0AB69C634B97}" type="presParOf" srcId="{7A6CFC3D-31B9-4B5D-9C5D-D05D7093E7FE}" destId="{D592C5EC-CA65-4303-8E64-D1F0859581C7}" srcOrd="1" destOrd="0" presId="urn:microsoft.com/office/officeart/2009/3/layout/HorizontalOrganizationChart"/>
    <dgm:cxn modelId="{090902F3-9C9E-4D36-8FB7-67FED9F06EAE}" type="presParOf" srcId="{7A6CFC3D-31B9-4B5D-9C5D-D05D7093E7FE}" destId="{F6704BCA-A903-4A56-BE56-AAFD5BF066EF}" srcOrd="2" destOrd="0" presId="urn:microsoft.com/office/officeart/2009/3/layout/HorizontalOrganizationChart"/>
    <dgm:cxn modelId="{C8D2F293-BC59-41C1-A1BF-2858C8EF34A5}" type="presParOf" srcId="{7FF7B41B-1D22-45D0-916E-0AEFEE5123D6}" destId="{E9130919-4273-496E-9267-F5B6E74DD7B7}" srcOrd="1" destOrd="0" presId="urn:microsoft.com/office/officeart/2009/3/layout/HorizontalOrganizationChart"/>
    <dgm:cxn modelId="{ADBE4430-99B5-457A-BF23-83ACBBE70A82}" type="presParOf" srcId="{E9130919-4273-496E-9267-F5B6E74DD7B7}" destId="{F989A574-161E-4946-819D-BDFFB95DA607}" srcOrd="0" destOrd="0" presId="urn:microsoft.com/office/officeart/2009/3/layout/HorizontalOrganizationChart"/>
    <dgm:cxn modelId="{4C2A424B-18A6-477E-AE6E-9B653093ECFC}" type="presParOf" srcId="{F989A574-161E-4946-819D-BDFFB95DA607}" destId="{CAD775FA-B594-4142-81BB-711604D401CC}" srcOrd="0" destOrd="0" presId="urn:microsoft.com/office/officeart/2009/3/layout/HorizontalOrganizationChart"/>
    <dgm:cxn modelId="{39D95FA4-50E0-4487-BE55-34BDF592301F}" type="presParOf" srcId="{F989A574-161E-4946-819D-BDFFB95DA607}" destId="{39A3FA14-EB49-4159-85C5-1549BCCD4C37}" srcOrd="1" destOrd="0" presId="urn:microsoft.com/office/officeart/2009/3/layout/HorizontalOrganizationChart"/>
    <dgm:cxn modelId="{BFCDFEA6-A25D-4B38-8CE4-78F4634A5EBF}" type="presParOf" srcId="{E9130919-4273-496E-9267-F5B6E74DD7B7}" destId="{BB6B735A-14C6-440D-8879-382BCF5A9E12}" srcOrd="1" destOrd="0" presId="urn:microsoft.com/office/officeart/2009/3/layout/HorizontalOrganizationChart"/>
    <dgm:cxn modelId="{8BC2D7D2-E74F-4B16-8DA1-F182DBD9D906}" type="presParOf" srcId="{E9130919-4273-496E-9267-F5B6E74DD7B7}" destId="{5EC6526A-9F83-479F-8A61-DB23929EBD88}" srcOrd="2" destOrd="0" presId="urn:microsoft.com/office/officeart/2009/3/layout/HorizontalOrganizationChart"/>
    <dgm:cxn modelId="{EC2E89E0-D37D-4DEA-955A-FFD46B493611}" type="presParOf" srcId="{7FF7B41B-1D22-45D0-916E-0AEFEE5123D6}" destId="{A8351D81-8692-4BE1-BBCC-275FC2672642}" srcOrd="2" destOrd="0" presId="urn:microsoft.com/office/officeart/2009/3/layout/HorizontalOrganizationChart"/>
    <dgm:cxn modelId="{B52A7B14-8023-45F4-A5AE-B242E81A71B9}" type="presParOf" srcId="{A8351D81-8692-4BE1-BBCC-275FC2672642}" destId="{66142F6F-7841-40CB-8B28-DEA42EFB787C}" srcOrd="0" destOrd="0" presId="urn:microsoft.com/office/officeart/2009/3/layout/HorizontalOrganizationChart"/>
    <dgm:cxn modelId="{7FC683D3-DE68-413A-983C-9FB5F2C37E01}" type="presParOf" srcId="{66142F6F-7841-40CB-8B28-DEA42EFB787C}" destId="{EE33F1B9-DC48-4781-A35B-E3C32E849AC5}" srcOrd="0" destOrd="0" presId="urn:microsoft.com/office/officeart/2009/3/layout/HorizontalOrganizationChart"/>
    <dgm:cxn modelId="{FEEEBB17-F2DC-459E-8731-6A7EB3E7BD0D}" type="presParOf" srcId="{66142F6F-7841-40CB-8B28-DEA42EFB787C}" destId="{BB4525D4-7D32-460A-A079-95E3F301A16F}" srcOrd="1" destOrd="0" presId="urn:microsoft.com/office/officeart/2009/3/layout/HorizontalOrganizationChart"/>
    <dgm:cxn modelId="{9A05CBB4-2AF1-4201-A312-C74572127962}" type="presParOf" srcId="{A8351D81-8692-4BE1-BBCC-275FC2672642}" destId="{34CD08B1-557C-4489-A0DF-7EDD90A507F0}" srcOrd="1" destOrd="0" presId="urn:microsoft.com/office/officeart/2009/3/layout/HorizontalOrganizationChart"/>
    <dgm:cxn modelId="{68FDA42F-6EC6-441F-809C-BC3CB7666139}" type="presParOf" srcId="{A8351D81-8692-4BE1-BBCC-275FC2672642}" destId="{CF816435-B7F1-45AD-BCEC-63A91F29B6F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83431E-3115-4E08-92B1-2453161A629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F671D2-DD88-4967-AF80-2A95AD87BE96}">
      <dgm:prSet/>
      <dgm:spPr/>
      <dgm:t>
        <a:bodyPr/>
        <a:lstStyle/>
        <a:p>
          <a:r>
            <a:rPr lang="en-US" dirty="0"/>
            <a:t>Product Backlog: Danh </a:t>
          </a:r>
          <a:r>
            <a:rPr lang="en-US" dirty="0" err="1"/>
            <a:t>sách</a:t>
          </a:r>
          <a:r>
            <a:rPr lang="en-US" dirty="0"/>
            <a:t>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tổng</a:t>
          </a:r>
          <a:r>
            <a:rPr lang="en-US" dirty="0"/>
            <a:t> </a:t>
          </a:r>
          <a:r>
            <a:rPr lang="en-US" dirty="0" err="1"/>
            <a:t>thể</a:t>
          </a:r>
          <a:endParaRPr lang="en-US" dirty="0"/>
        </a:p>
      </dgm:t>
    </dgm:pt>
    <dgm:pt modelId="{550275B9-183D-405D-A5A7-5D67A1017420}" type="parTrans" cxnId="{0B85947F-E280-4203-ACF4-073AD239185A}">
      <dgm:prSet/>
      <dgm:spPr/>
      <dgm:t>
        <a:bodyPr/>
        <a:lstStyle/>
        <a:p>
          <a:endParaRPr lang="en-US"/>
        </a:p>
      </dgm:t>
    </dgm:pt>
    <dgm:pt modelId="{DB14D0F7-7F05-4776-910F-2145FF37B02D}" type="sibTrans" cxnId="{0B85947F-E280-4203-ACF4-073AD239185A}">
      <dgm:prSet/>
      <dgm:spPr/>
      <dgm:t>
        <a:bodyPr/>
        <a:lstStyle/>
        <a:p>
          <a:endParaRPr lang="en-US"/>
        </a:p>
      </dgm:t>
    </dgm:pt>
    <dgm:pt modelId="{87B12431-E13A-4F0C-BE89-22D118A43E92}">
      <dgm:prSet/>
      <dgm:spPr/>
      <dgm:t>
        <a:bodyPr/>
        <a:lstStyle/>
        <a:p>
          <a:r>
            <a:rPr lang="en-US" dirty="0"/>
            <a:t>Sprint Backlog: </a:t>
          </a:r>
          <a:r>
            <a:rPr lang="en-US" dirty="0" err="1"/>
            <a:t>Nhiệm</a:t>
          </a:r>
          <a:r>
            <a:rPr lang="en-US" dirty="0"/>
            <a:t> </a:t>
          </a:r>
          <a:r>
            <a:rPr lang="en-US" dirty="0" err="1"/>
            <a:t>vụ</a:t>
          </a:r>
          <a:r>
            <a:rPr lang="en-US" dirty="0"/>
            <a:t> chi </a:t>
          </a:r>
          <a:r>
            <a:rPr lang="en-US" dirty="0" err="1"/>
            <a:t>tiết</a:t>
          </a:r>
          <a:r>
            <a:rPr lang="en-US" dirty="0"/>
            <a:t> </a:t>
          </a:r>
          <a:r>
            <a:rPr lang="en-US" dirty="0" err="1"/>
            <a:t>cho</a:t>
          </a:r>
          <a:r>
            <a:rPr lang="en-US" dirty="0"/>
            <a:t> </a:t>
          </a:r>
          <a:r>
            <a:rPr lang="en-US" dirty="0" err="1"/>
            <a:t>mỗi</a:t>
          </a:r>
          <a:r>
            <a:rPr lang="en-US" dirty="0"/>
            <a:t> Sprint</a:t>
          </a:r>
        </a:p>
      </dgm:t>
    </dgm:pt>
    <dgm:pt modelId="{DA193DC8-ABED-4D02-B624-57F71AC23B28}" type="parTrans" cxnId="{A86F61EB-CC77-43A7-BF08-44CA5A93D668}">
      <dgm:prSet/>
      <dgm:spPr/>
      <dgm:t>
        <a:bodyPr/>
        <a:lstStyle/>
        <a:p>
          <a:endParaRPr lang="en-US"/>
        </a:p>
      </dgm:t>
    </dgm:pt>
    <dgm:pt modelId="{9FB25A8E-8E46-4F24-AA47-3BCEBC2AE4B2}" type="sibTrans" cxnId="{A86F61EB-CC77-43A7-BF08-44CA5A93D668}">
      <dgm:prSet/>
      <dgm:spPr/>
      <dgm:t>
        <a:bodyPr/>
        <a:lstStyle/>
        <a:p>
          <a:endParaRPr lang="en-US"/>
        </a:p>
      </dgm:t>
    </dgm:pt>
    <dgm:pt modelId="{BA417352-7C07-499F-9D89-4B461830C169}">
      <dgm:prSet/>
      <dgm:spPr/>
      <dgm:t>
        <a:bodyPr/>
        <a:lstStyle/>
        <a:p>
          <a:r>
            <a:rPr lang="en-US" dirty="0"/>
            <a:t>Increment: </a:t>
          </a:r>
          <a:r>
            <a:rPr lang="en-US" dirty="0" err="1"/>
            <a:t>Sản</a:t>
          </a:r>
          <a:r>
            <a:rPr lang="en-US" dirty="0"/>
            <a:t> </a:t>
          </a:r>
          <a:r>
            <a:rPr lang="en-US" dirty="0" err="1"/>
            <a:t>phẩm</a:t>
          </a:r>
          <a:r>
            <a:rPr lang="en-US" dirty="0"/>
            <a:t> </a:t>
          </a:r>
          <a:r>
            <a:rPr lang="en-US" dirty="0" err="1"/>
            <a:t>tăng</a:t>
          </a:r>
          <a:r>
            <a:rPr lang="en-US" dirty="0"/>
            <a:t> </a:t>
          </a:r>
          <a:r>
            <a:rPr lang="en-US" dirty="0" err="1"/>
            <a:t>dần</a:t>
          </a:r>
          <a:r>
            <a:rPr lang="en-US" dirty="0"/>
            <a:t> qua </a:t>
          </a:r>
          <a:r>
            <a:rPr lang="en-US" dirty="0" err="1"/>
            <a:t>mỗi</a:t>
          </a:r>
          <a:r>
            <a:rPr lang="en-US" dirty="0"/>
            <a:t> Sprint</a:t>
          </a:r>
        </a:p>
      </dgm:t>
    </dgm:pt>
    <dgm:pt modelId="{3BD522D9-D912-4375-B461-8AE3E89A8BF5}" type="parTrans" cxnId="{4431F417-4A4A-4BAA-88CF-F717D5DC7475}">
      <dgm:prSet/>
      <dgm:spPr/>
      <dgm:t>
        <a:bodyPr/>
        <a:lstStyle/>
        <a:p>
          <a:endParaRPr lang="en-US"/>
        </a:p>
      </dgm:t>
    </dgm:pt>
    <dgm:pt modelId="{D9889735-904E-4FB3-8E63-33F6572E4C14}" type="sibTrans" cxnId="{4431F417-4A4A-4BAA-88CF-F717D5DC7475}">
      <dgm:prSet/>
      <dgm:spPr/>
      <dgm:t>
        <a:bodyPr/>
        <a:lstStyle/>
        <a:p>
          <a:endParaRPr lang="en-US"/>
        </a:p>
      </dgm:t>
    </dgm:pt>
    <dgm:pt modelId="{9D4D7AA8-B819-4586-9292-694D07C029EE}" type="pres">
      <dgm:prSet presAssocID="{E883431E-3115-4E08-92B1-2453161A629E}" presName="outerComposite" presStyleCnt="0">
        <dgm:presLayoutVars>
          <dgm:chMax val="5"/>
          <dgm:dir/>
          <dgm:resizeHandles val="exact"/>
        </dgm:presLayoutVars>
      </dgm:prSet>
      <dgm:spPr/>
    </dgm:pt>
    <dgm:pt modelId="{C8A103A4-6383-4D72-911B-D7D884CD3014}" type="pres">
      <dgm:prSet presAssocID="{E883431E-3115-4E08-92B1-2453161A629E}" presName="dummyMaxCanvas" presStyleCnt="0">
        <dgm:presLayoutVars/>
      </dgm:prSet>
      <dgm:spPr/>
    </dgm:pt>
    <dgm:pt modelId="{9A506A60-23FB-4D0B-96F4-0E1E3101D437}" type="pres">
      <dgm:prSet presAssocID="{E883431E-3115-4E08-92B1-2453161A629E}" presName="ThreeNodes_1" presStyleLbl="node1" presStyleIdx="0" presStyleCnt="3">
        <dgm:presLayoutVars>
          <dgm:bulletEnabled val="1"/>
        </dgm:presLayoutVars>
      </dgm:prSet>
      <dgm:spPr/>
    </dgm:pt>
    <dgm:pt modelId="{575FF9E0-179D-4DA5-9A4E-5AC028192770}" type="pres">
      <dgm:prSet presAssocID="{E883431E-3115-4E08-92B1-2453161A629E}" presName="ThreeNodes_2" presStyleLbl="node1" presStyleIdx="1" presStyleCnt="3">
        <dgm:presLayoutVars>
          <dgm:bulletEnabled val="1"/>
        </dgm:presLayoutVars>
      </dgm:prSet>
      <dgm:spPr/>
    </dgm:pt>
    <dgm:pt modelId="{9A991FF4-C339-4FB9-A7EA-29B2CA26F493}" type="pres">
      <dgm:prSet presAssocID="{E883431E-3115-4E08-92B1-2453161A629E}" presName="ThreeNodes_3" presStyleLbl="node1" presStyleIdx="2" presStyleCnt="3">
        <dgm:presLayoutVars>
          <dgm:bulletEnabled val="1"/>
        </dgm:presLayoutVars>
      </dgm:prSet>
      <dgm:spPr/>
    </dgm:pt>
    <dgm:pt modelId="{A3CEFDF7-00D1-4256-BC9A-59EA7841991C}" type="pres">
      <dgm:prSet presAssocID="{E883431E-3115-4E08-92B1-2453161A629E}" presName="ThreeConn_1-2" presStyleLbl="fgAccFollowNode1" presStyleIdx="0" presStyleCnt="2">
        <dgm:presLayoutVars>
          <dgm:bulletEnabled val="1"/>
        </dgm:presLayoutVars>
      </dgm:prSet>
      <dgm:spPr/>
    </dgm:pt>
    <dgm:pt modelId="{4EFD47D9-FE1C-4AA6-A21A-A5B62325E4EB}" type="pres">
      <dgm:prSet presAssocID="{E883431E-3115-4E08-92B1-2453161A629E}" presName="ThreeConn_2-3" presStyleLbl="fgAccFollowNode1" presStyleIdx="1" presStyleCnt="2">
        <dgm:presLayoutVars>
          <dgm:bulletEnabled val="1"/>
        </dgm:presLayoutVars>
      </dgm:prSet>
      <dgm:spPr/>
    </dgm:pt>
    <dgm:pt modelId="{510FC252-743D-4BC9-8493-5FFAACE3287B}" type="pres">
      <dgm:prSet presAssocID="{E883431E-3115-4E08-92B1-2453161A629E}" presName="ThreeNodes_1_text" presStyleLbl="node1" presStyleIdx="2" presStyleCnt="3">
        <dgm:presLayoutVars>
          <dgm:bulletEnabled val="1"/>
        </dgm:presLayoutVars>
      </dgm:prSet>
      <dgm:spPr/>
    </dgm:pt>
    <dgm:pt modelId="{A73A46CF-2CC1-4FB5-8601-B81D852537FB}" type="pres">
      <dgm:prSet presAssocID="{E883431E-3115-4E08-92B1-2453161A629E}" presName="ThreeNodes_2_text" presStyleLbl="node1" presStyleIdx="2" presStyleCnt="3">
        <dgm:presLayoutVars>
          <dgm:bulletEnabled val="1"/>
        </dgm:presLayoutVars>
      </dgm:prSet>
      <dgm:spPr/>
    </dgm:pt>
    <dgm:pt modelId="{DDD9FCA1-D172-4FD4-98AD-D845EDFAAB74}" type="pres">
      <dgm:prSet presAssocID="{E883431E-3115-4E08-92B1-2453161A629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3FF1A12-2806-4A11-849B-0AD47FA1566D}" type="presOf" srcId="{94F671D2-DD88-4967-AF80-2A95AD87BE96}" destId="{9A506A60-23FB-4D0B-96F4-0E1E3101D437}" srcOrd="0" destOrd="0" presId="urn:microsoft.com/office/officeart/2005/8/layout/vProcess5"/>
    <dgm:cxn modelId="{4431F417-4A4A-4BAA-88CF-F717D5DC7475}" srcId="{E883431E-3115-4E08-92B1-2453161A629E}" destId="{BA417352-7C07-499F-9D89-4B461830C169}" srcOrd="2" destOrd="0" parTransId="{3BD522D9-D912-4375-B461-8AE3E89A8BF5}" sibTransId="{D9889735-904E-4FB3-8E63-33F6572E4C14}"/>
    <dgm:cxn modelId="{01A39A29-D131-4BFB-B628-BB365EEC70E4}" type="presOf" srcId="{BA417352-7C07-499F-9D89-4B461830C169}" destId="{DDD9FCA1-D172-4FD4-98AD-D845EDFAAB74}" srcOrd="1" destOrd="0" presId="urn:microsoft.com/office/officeart/2005/8/layout/vProcess5"/>
    <dgm:cxn modelId="{0B85947F-E280-4203-ACF4-073AD239185A}" srcId="{E883431E-3115-4E08-92B1-2453161A629E}" destId="{94F671D2-DD88-4967-AF80-2A95AD87BE96}" srcOrd="0" destOrd="0" parTransId="{550275B9-183D-405D-A5A7-5D67A1017420}" sibTransId="{DB14D0F7-7F05-4776-910F-2145FF37B02D}"/>
    <dgm:cxn modelId="{BB12E09E-2722-49FA-BC13-E6EE8DCB9EC5}" type="presOf" srcId="{DB14D0F7-7F05-4776-910F-2145FF37B02D}" destId="{A3CEFDF7-00D1-4256-BC9A-59EA7841991C}" srcOrd="0" destOrd="0" presId="urn:microsoft.com/office/officeart/2005/8/layout/vProcess5"/>
    <dgm:cxn modelId="{A4DF17A0-E6C2-41C1-8AEA-84D74E18BAAF}" type="presOf" srcId="{E883431E-3115-4E08-92B1-2453161A629E}" destId="{9D4D7AA8-B819-4586-9292-694D07C029EE}" srcOrd="0" destOrd="0" presId="urn:microsoft.com/office/officeart/2005/8/layout/vProcess5"/>
    <dgm:cxn modelId="{D7C40BA9-9A7C-43CE-9089-40BAC67C2B86}" type="presOf" srcId="{87B12431-E13A-4F0C-BE89-22D118A43E92}" destId="{A73A46CF-2CC1-4FB5-8601-B81D852537FB}" srcOrd="1" destOrd="0" presId="urn:microsoft.com/office/officeart/2005/8/layout/vProcess5"/>
    <dgm:cxn modelId="{69C460B3-7EAD-48FC-8650-5BE286F789CF}" type="presOf" srcId="{94F671D2-DD88-4967-AF80-2A95AD87BE96}" destId="{510FC252-743D-4BC9-8493-5FFAACE3287B}" srcOrd="1" destOrd="0" presId="urn:microsoft.com/office/officeart/2005/8/layout/vProcess5"/>
    <dgm:cxn modelId="{AB8E35BB-AFBB-4507-B193-08F30ED60AF8}" type="presOf" srcId="{87B12431-E13A-4F0C-BE89-22D118A43E92}" destId="{575FF9E0-179D-4DA5-9A4E-5AC028192770}" srcOrd="0" destOrd="0" presId="urn:microsoft.com/office/officeart/2005/8/layout/vProcess5"/>
    <dgm:cxn modelId="{2039D7CB-2D9B-4536-8056-3634ED89E6CD}" type="presOf" srcId="{BA417352-7C07-499F-9D89-4B461830C169}" destId="{9A991FF4-C339-4FB9-A7EA-29B2CA26F493}" srcOrd="0" destOrd="0" presId="urn:microsoft.com/office/officeart/2005/8/layout/vProcess5"/>
    <dgm:cxn modelId="{9DFEE2D7-396C-4826-8282-E0708967C98B}" type="presOf" srcId="{9FB25A8E-8E46-4F24-AA47-3BCEBC2AE4B2}" destId="{4EFD47D9-FE1C-4AA6-A21A-A5B62325E4EB}" srcOrd="0" destOrd="0" presId="urn:microsoft.com/office/officeart/2005/8/layout/vProcess5"/>
    <dgm:cxn modelId="{A86F61EB-CC77-43A7-BF08-44CA5A93D668}" srcId="{E883431E-3115-4E08-92B1-2453161A629E}" destId="{87B12431-E13A-4F0C-BE89-22D118A43E92}" srcOrd="1" destOrd="0" parTransId="{DA193DC8-ABED-4D02-B624-57F71AC23B28}" sibTransId="{9FB25A8E-8E46-4F24-AA47-3BCEBC2AE4B2}"/>
    <dgm:cxn modelId="{839428FF-F15C-468E-8E5B-5E048E3BA4C4}" type="presParOf" srcId="{9D4D7AA8-B819-4586-9292-694D07C029EE}" destId="{C8A103A4-6383-4D72-911B-D7D884CD3014}" srcOrd="0" destOrd="0" presId="urn:microsoft.com/office/officeart/2005/8/layout/vProcess5"/>
    <dgm:cxn modelId="{F10A216F-CD62-4113-A18A-6A1DB895C655}" type="presParOf" srcId="{9D4D7AA8-B819-4586-9292-694D07C029EE}" destId="{9A506A60-23FB-4D0B-96F4-0E1E3101D437}" srcOrd="1" destOrd="0" presId="urn:microsoft.com/office/officeart/2005/8/layout/vProcess5"/>
    <dgm:cxn modelId="{C5D9D89E-23CC-49E4-8780-C6BAFD7D5C83}" type="presParOf" srcId="{9D4D7AA8-B819-4586-9292-694D07C029EE}" destId="{575FF9E0-179D-4DA5-9A4E-5AC028192770}" srcOrd="2" destOrd="0" presId="urn:microsoft.com/office/officeart/2005/8/layout/vProcess5"/>
    <dgm:cxn modelId="{97815C49-2CC4-4600-8319-36A025ACBD14}" type="presParOf" srcId="{9D4D7AA8-B819-4586-9292-694D07C029EE}" destId="{9A991FF4-C339-4FB9-A7EA-29B2CA26F493}" srcOrd="3" destOrd="0" presId="urn:microsoft.com/office/officeart/2005/8/layout/vProcess5"/>
    <dgm:cxn modelId="{28B8EB6C-1C3A-491B-9904-0F372337F632}" type="presParOf" srcId="{9D4D7AA8-B819-4586-9292-694D07C029EE}" destId="{A3CEFDF7-00D1-4256-BC9A-59EA7841991C}" srcOrd="4" destOrd="0" presId="urn:microsoft.com/office/officeart/2005/8/layout/vProcess5"/>
    <dgm:cxn modelId="{646D6D57-EDCC-4371-82F6-EBC0FF863257}" type="presParOf" srcId="{9D4D7AA8-B819-4586-9292-694D07C029EE}" destId="{4EFD47D9-FE1C-4AA6-A21A-A5B62325E4EB}" srcOrd="5" destOrd="0" presId="urn:microsoft.com/office/officeart/2005/8/layout/vProcess5"/>
    <dgm:cxn modelId="{5C5EBE8C-8757-47AF-9045-CAEF0C12E482}" type="presParOf" srcId="{9D4D7AA8-B819-4586-9292-694D07C029EE}" destId="{510FC252-743D-4BC9-8493-5FFAACE3287B}" srcOrd="6" destOrd="0" presId="urn:microsoft.com/office/officeart/2005/8/layout/vProcess5"/>
    <dgm:cxn modelId="{C95A6F91-B432-42B4-9D3D-709F075D7DC0}" type="presParOf" srcId="{9D4D7AA8-B819-4586-9292-694D07C029EE}" destId="{A73A46CF-2CC1-4FB5-8601-B81D852537FB}" srcOrd="7" destOrd="0" presId="urn:microsoft.com/office/officeart/2005/8/layout/vProcess5"/>
    <dgm:cxn modelId="{056105B1-B37E-4A62-B03A-00CFF43EED34}" type="presParOf" srcId="{9D4D7AA8-B819-4586-9292-694D07C029EE}" destId="{DDD9FCA1-D172-4FD4-98AD-D845EDFAAB7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1D68E5-62C2-41F8-8596-B54FA3132BF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FC0A416-7770-430F-BD57-B2BD3E7A57E3}">
      <dgm:prSet/>
      <dgm:spPr/>
      <dgm:t>
        <a:bodyPr/>
        <a:lstStyle/>
        <a:p>
          <a:r>
            <a:rPr lang="en-US" dirty="0" err="1"/>
            <a:t>Đăng</a:t>
          </a:r>
          <a:r>
            <a:rPr lang="en-US" dirty="0"/>
            <a:t> </a:t>
          </a:r>
          <a:r>
            <a:rPr lang="en-US" dirty="0" err="1"/>
            <a:t>ký</a:t>
          </a:r>
          <a:r>
            <a:rPr lang="en-US" dirty="0"/>
            <a:t> </a:t>
          </a:r>
          <a:r>
            <a:rPr lang="en-US" dirty="0" err="1"/>
            <a:t>tài</a:t>
          </a:r>
          <a:r>
            <a:rPr lang="en-US" dirty="0"/>
            <a:t> </a:t>
          </a:r>
          <a:r>
            <a:rPr lang="en-US" dirty="0" err="1"/>
            <a:t>khoản</a:t>
          </a:r>
          <a:r>
            <a:rPr lang="en-US" dirty="0"/>
            <a:t>: Dev C (6h)</a:t>
          </a:r>
        </a:p>
      </dgm:t>
    </dgm:pt>
    <dgm:pt modelId="{263501A3-016B-4565-A99B-23684BEADD6F}" type="parTrans" cxnId="{81FE9D01-A4EE-4A96-A364-68FBA30224E0}">
      <dgm:prSet/>
      <dgm:spPr/>
      <dgm:t>
        <a:bodyPr/>
        <a:lstStyle/>
        <a:p>
          <a:endParaRPr lang="en-US"/>
        </a:p>
      </dgm:t>
    </dgm:pt>
    <dgm:pt modelId="{F164702B-CD7C-4B15-9DB9-DE4814B23AA8}" type="sibTrans" cxnId="{81FE9D01-A4EE-4A96-A364-68FBA30224E0}">
      <dgm:prSet/>
      <dgm:spPr/>
      <dgm:t>
        <a:bodyPr/>
        <a:lstStyle/>
        <a:p>
          <a:endParaRPr lang="en-US"/>
        </a:p>
      </dgm:t>
    </dgm:pt>
    <dgm:pt modelId="{C91F6E26-2500-42D7-A9AA-1E1284A8F310}">
      <dgm:prSet/>
      <dgm:spPr/>
      <dgm:t>
        <a:bodyPr/>
        <a:lstStyle/>
        <a:p>
          <a:r>
            <a:rPr lang="en-US" dirty="0" err="1"/>
            <a:t>Đăng</a:t>
          </a:r>
          <a:r>
            <a:rPr lang="en-US" dirty="0"/>
            <a:t> </a:t>
          </a:r>
          <a:r>
            <a:rPr lang="en-US" dirty="0" err="1"/>
            <a:t>nhập</a:t>
          </a:r>
          <a:r>
            <a:rPr lang="en-US" dirty="0"/>
            <a:t>: Dev D (5h)</a:t>
          </a:r>
        </a:p>
      </dgm:t>
    </dgm:pt>
    <dgm:pt modelId="{3BD80836-80B8-41AD-8909-FC239A95508D}" type="parTrans" cxnId="{DCDF95A8-01B4-470D-B6BA-6E4FCF69B44D}">
      <dgm:prSet/>
      <dgm:spPr/>
      <dgm:t>
        <a:bodyPr/>
        <a:lstStyle/>
        <a:p>
          <a:endParaRPr lang="en-US"/>
        </a:p>
      </dgm:t>
    </dgm:pt>
    <dgm:pt modelId="{CAD9A07E-323D-41C3-A387-657BD18F8C75}" type="sibTrans" cxnId="{DCDF95A8-01B4-470D-B6BA-6E4FCF69B44D}">
      <dgm:prSet/>
      <dgm:spPr/>
      <dgm:t>
        <a:bodyPr/>
        <a:lstStyle/>
        <a:p>
          <a:endParaRPr lang="en-US"/>
        </a:p>
      </dgm:t>
    </dgm:pt>
    <dgm:pt modelId="{A309CBE0-E1A2-4C1E-B532-AB11E2CC82B9}">
      <dgm:prSet/>
      <dgm:spPr/>
      <dgm:t>
        <a:bodyPr/>
        <a:lstStyle/>
        <a:p>
          <a:r>
            <a:rPr lang="en-US" dirty="0"/>
            <a:t>Danh </a:t>
          </a:r>
          <a:r>
            <a:rPr lang="en-US" dirty="0" err="1"/>
            <a:t>sách</a:t>
          </a:r>
          <a:r>
            <a:rPr lang="en-US" dirty="0"/>
            <a:t> </a:t>
          </a:r>
          <a:r>
            <a:rPr lang="en-US" dirty="0" err="1"/>
            <a:t>xe</a:t>
          </a:r>
          <a:r>
            <a:rPr lang="en-US" dirty="0"/>
            <a:t>: Dev E (8h)</a:t>
          </a:r>
        </a:p>
      </dgm:t>
    </dgm:pt>
    <dgm:pt modelId="{582C5B64-3AB3-41CC-B102-E94D563AE765}" type="parTrans" cxnId="{A77922D4-EA7D-4C31-A6AF-231268FCCCA2}">
      <dgm:prSet/>
      <dgm:spPr/>
      <dgm:t>
        <a:bodyPr/>
        <a:lstStyle/>
        <a:p>
          <a:endParaRPr lang="en-US"/>
        </a:p>
      </dgm:t>
    </dgm:pt>
    <dgm:pt modelId="{18CB95EA-40AA-47F7-887E-90A3654EAC6B}" type="sibTrans" cxnId="{A77922D4-EA7D-4C31-A6AF-231268FCCCA2}">
      <dgm:prSet/>
      <dgm:spPr/>
      <dgm:t>
        <a:bodyPr/>
        <a:lstStyle/>
        <a:p>
          <a:endParaRPr lang="en-US"/>
        </a:p>
      </dgm:t>
    </dgm:pt>
    <dgm:pt modelId="{39234D7E-2928-4DCF-BE66-3BC9205A4B7E}" type="pres">
      <dgm:prSet presAssocID="{E91D68E5-62C2-41F8-8596-B54FA3132BF8}" presName="root" presStyleCnt="0">
        <dgm:presLayoutVars>
          <dgm:dir/>
          <dgm:resizeHandles val="exact"/>
        </dgm:presLayoutVars>
      </dgm:prSet>
      <dgm:spPr/>
    </dgm:pt>
    <dgm:pt modelId="{4585A5DB-6672-4E20-B0A4-01788DB42869}" type="pres">
      <dgm:prSet presAssocID="{BFC0A416-7770-430F-BD57-B2BD3E7A57E3}" presName="compNode" presStyleCnt="0"/>
      <dgm:spPr/>
    </dgm:pt>
    <dgm:pt modelId="{CB968089-B292-4FA7-A09D-80052FB0C6FD}" type="pres">
      <dgm:prSet presAssocID="{BFC0A416-7770-430F-BD57-B2BD3E7A57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3D7006C-E2A9-4FC4-8151-E4E7FBE1F67C}" type="pres">
      <dgm:prSet presAssocID="{BFC0A416-7770-430F-BD57-B2BD3E7A57E3}" presName="spaceRect" presStyleCnt="0"/>
      <dgm:spPr/>
    </dgm:pt>
    <dgm:pt modelId="{E94D2C60-9D9E-432D-B601-184EA59A3625}" type="pres">
      <dgm:prSet presAssocID="{BFC0A416-7770-430F-BD57-B2BD3E7A57E3}" presName="textRect" presStyleLbl="revTx" presStyleIdx="0" presStyleCnt="3">
        <dgm:presLayoutVars>
          <dgm:chMax val="1"/>
          <dgm:chPref val="1"/>
        </dgm:presLayoutVars>
      </dgm:prSet>
      <dgm:spPr/>
    </dgm:pt>
    <dgm:pt modelId="{A87B0B87-00E1-40C6-B8BF-2B7706935295}" type="pres">
      <dgm:prSet presAssocID="{F164702B-CD7C-4B15-9DB9-DE4814B23AA8}" presName="sibTrans" presStyleCnt="0"/>
      <dgm:spPr/>
    </dgm:pt>
    <dgm:pt modelId="{6B4BCF4E-6C5F-43EE-A6A4-CA3CB2E46FEC}" type="pres">
      <dgm:prSet presAssocID="{C91F6E26-2500-42D7-A9AA-1E1284A8F310}" presName="compNode" presStyleCnt="0"/>
      <dgm:spPr/>
    </dgm:pt>
    <dgm:pt modelId="{9BA7E3AE-A8E9-46D7-964A-5962B0FE0731}" type="pres">
      <dgm:prSet presAssocID="{C91F6E26-2500-42D7-A9AA-1E1284A8F3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C202581-8B11-4012-B2BA-7A786D6C03A4}" type="pres">
      <dgm:prSet presAssocID="{C91F6E26-2500-42D7-A9AA-1E1284A8F310}" presName="spaceRect" presStyleCnt="0"/>
      <dgm:spPr/>
    </dgm:pt>
    <dgm:pt modelId="{26E7B15C-74DC-4640-ABF6-AA0A06A5571D}" type="pres">
      <dgm:prSet presAssocID="{C91F6E26-2500-42D7-A9AA-1E1284A8F310}" presName="textRect" presStyleLbl="revTx" presStyleIdx="1" presStyleCnt="3">
        <dgm:presLayoutVars>
          <dgm:chMax val="1"/>
          <dgm:chPref val="1"/>
        </dgm:presLayoutVars>
      </dgm:prSet>
      <dgm:spPr/>
    </dgm:pt>
    <dgm:pt modelId="{3670E676-66F0-447E-8C1D-D03E92FC5B29}" type="pres">
      <dgm:prSet presAssocID="{CAD9A07E-323D-41C3-A387-657BD18F8C75}" presName="sibTrans" presStyleCnt="0"/>
      <dgm:spPr/>
    </dgm:pt>
    <dgm:pt modelId="{B7B45179-62A9-430D-8F28-2520CA5C5175}" type="pres">
      <dgm:prSet presAssocID="{A309CBE0-E1A2-4C1E-B532-AB11E2CC82B9}" presName="compNode" presStyleCnt="0"/>
      <dgm:spPr/>
    </dgm:pt>
    <dgm:pt modelId="{0028938C-3D1E-4D8D-BFB9-266615D34EC3}" type="pres">
      <dgm:prSet presAssocID="{A309CBE0-E1A2-4C1E-B532-AB11E2CC82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8E4C141-8147-4D79-A585-13780D9A3375}" type="pres">
      <dgm:prSet presAssocID="{A309CBE0-E1A2-4C1E-B532-AB11E2CC82B9}" presName="spaceRect" presStyleCnt="0"/>
      <dgm:spPr/>
    </dgm:pt>
    <dgm:pt modelId="{D660FC5E-6ECD-4B14-936D-914BBA7F5E12}" type="pres">
      <dgm:prSet presAssocID="{A309CBE0-E1A2-4C1E-B532-AB11E2CC82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1FE9D01-A4EE-4A96-A364-68FBA30224E0}" srcId="{E91D68E5-62C2-41F8-8596-B54FA3132BF8}" destId="{BFC0A416-7770-430F-BD57-B2BD3E7A57E3}" srcOrd="0" destOrd="0" parTransId="{263501A3-016B-4565-A99B-23684BEADD6F}" sibTransId="{F164702B-CD7C-4B15-9DB9-DE4814B23AA8}"/>
    <dgm:cxn modelId="{9D360C09-2CB3-4ABD-AC5C-678186948843}" type="presOf" srcId="{BFC0A416-7770-430F-BD57-B2BD3E7A57E3}" destId="{E94D2C60-9D9E-432D-B601-184EA59A3625}" srcOrd="0" destOrd="0" presId="urn:microsoft.com/office/officeart/2018/2/layout/IconLabelList"/>
    <dgm:cxn modelId="{F44A5F16-8EEA-462B-98D5-FD9AC02E094D}" type="presOf" srcId="{C91F6E26-2500-42D7-A9AA-1E1284A8F310}" destId="{26E7B15C-74DC-4640-ABF6-AA0A06A5571D}" srcOrd="0" destOrd="0" presId="urn:microsoft.com/office/officeart/2018/2/layout/IconLabelList"/>
    <dgm:cxn modelId="{CADFDB98-42BB-4CEC-9DFD-AE75F7531D9D}" type="presOf" srcId="{E91D68E5-62C2-41F8-8596-B54FA3132BF8}" destId="{39234D7E-2928-4DCF-BE66-3BC9205A4B7E}" srcOrd="0" destOrd="0" presId="urn:microsoft.com/office/officeart/2018/2/layout/IconLabelList"/>
    <dgm:cxn modelId="{DCDF95A8-01B4-470D-B6BA-6E4FCF69B44D}" srcId="{E91D68E5-62C2-41F8-8596-B54FA3132BF8}" destId="{C91F6E26-2500-42D7-A9AA-1E1284A8F310}" srcOrd="1" destOrd="0" parTransId="{3BD80836-80B8-41AD-8909-FC239A95508D}" sibTransId="{CAD9A07E-323D-41C3-A387-657BD18F8C75}"/>
    <dgm:cxn modelId="{1A880FD1-EB58-4568-BF2B-A9DB147E2D35}" type="presOf" srcId="{A309CBE0-E1A2-4C1E-B532-AB11E2CC82B9}" destId="{D660FC5E-6ECD-4B14-936D-914BBA7F5E12}" srcOrd="0" destOrd="0" presId="urn:microsoft.com/office/officeart/2018/2/layout/IconLabelList"/>
    <dgm:cxn modelId="{A77922D4-EA7D-4C31-A6AF-231268FCCCA2}" srcId="{E91D68E5-62C2-41F8-8596-B54FA3132BF8}" destId="{A309CBE0-E1A2-4C1E-B532-AB11E2CC82B9}" srcOrd="2" destOrd="0" parTransId="{582C5B64-3AB3-41CC-B102-E94D563AE765}" sibTransId="{18CB95EA-40AA-47F7-887E-90A3654EAC6B}"/>
    <dgm:cxn modelId="{0A5C817F-8067-4B92-9E39-F370BE2584FF}" type="presParOf" srcId="{39234D7E-2928-4DCF-BE66-3BC9205A4B7E}" destId="{4585A5DB-6672-4E20-B0A4-01788DB42869}" srcOrd="0" destOrd="0" presId="urn:microsoft.com/office/officeart/2018/2/layout/IconLabelList"/>
    <dgm:cxn modelId="{720769E6-B857-4CBE-BEFE-CA0B9E50C4AF}" type="presParOf" srcId="{4585A5DB-6672-4E20-B0A4-01788DB42869}" destId="{CB968089-B292-4FA7-A09D-80052FB0C6FD}" srcOrd="0" destOrd="0" presId="urn:microsoft.com/office/officeart/2018/2/layout/IconLabelList"/>
    <dgm:cxn modelId="{48F64596-56E5-4030-876E-90E577DF2DF8}" type="presParOf" srcId="{4585A5DB-6672-4E20-B0A4-01788DB42869}" destId="{73D7006C-E2A9-4FC4-8151-E4E7FBE1F67C}" srcOrd="1" destOrd="0" presId="urn:microsoft.com/office/officeart/2018/2/layout/IconLabelList"/>
    <dgm:cxn modelId="{CF272FB3-7D9F-4BEA-B979-822B86606B52}" type="presParOf" srcId="{4585A5DB-6672-4E20-B0A4-01788DB42869}" destId="{E94D2C60-9D9E-432D-B601-184EA59A3625}" srcOrd="2" destOrd="0" presId="urn:microsoft.com/office/officeart/2018/2/layout/IconLabelList"/>
    <dgm:cxn modelId="{338C87BD-267D-452E-99F4-A09058D454C8}" type="presParOf" srcId="{39234D7E-2928-4DCF-BE66-3BC9205A4B7E}" destId="{A87B0B87-00E1-40C6-B8BF-2B7706935295}" srcOrd="1" destOrd="0" presId="urn:microsoft.com/office/officeart/2018/2/layout/IconLabelList"/>
    <dgm:cxn modelId="{0DE6E686-1B6E-4313-9534-04EF27EDDFA2}" type="presParOf" srcId="{39234D7E-2928-4DCF-BE66-3BC9205A4B7E}" destId="{6B4BCF4E-6C5F-43EE-A6A4-CA3CB2E46FEC}" srcOrd="2" destOrd="0" presId="urn:microsoft.com/office/officeart/2018/2/layout/IconLabelList"/>
    <dgm:cxn modelId="{44D4A841-76D6-48E0-BBD5-C40E0A851789}" type="presParOf" srcId="{6B4BCF4E-6C5F-43EE-A6A4-CA3CB2E46FEC}" destId="{9BA7E3AE-A8E9-46D7-964A-5962B0FE0731}" srcOrd="0" destOrd="0" presId="urn:microsoft.com/office/officeart/2018/2/layout/IconLabelList"/>
    <dgm:cxn modelId="{F7E8B31E-D932-43B2-887A-ACE09571640C}" type="presParOf" srcId="{6B4BCF4E-6C5F-43EE-A6A4-CA3CB2E46FEC}" destId="{FC202581-8B11-4012-B2BA-7A786D6C03A4}" srcOrd="1" destOrd="0" presId="urn:microsoft.com/office/officeart/2018/2/layout/IconLabelList"/>
    <dgm:cxn modelId="{4945C329-2834-451C-B9D2-22C1F5C992FB}" type="presParOf" srcId="{6B4BCF4E-6C5F-43EE-A6A4-CA3CB2E46FEC}" destId="{26E7B15C-74DC-4640-ABF6-AA0A06A5571D}" srcOrd="2" destOrd="0" presId="urn:microsoft.com/office/officeart/2018/2/layout/IconLabelList"/>
    <dgm:cxn modelId="{CB103ED5-1A23-4E33-AD10-D22F56CF680C}" type="presParOf" srcId="{39234D7E-2928-4DCF-BE66-3BC9205A4B7E}" destId="{3670E676-66F0-447E-8C1D-D03E92FC5B29}" srcOrd="3" destOrd="0" presId="urn:microsoft.com/office/officeart/2018/2/layout/IconLabelList"/>
    <dgm:cxn modelId="{DA6CCF54-B6EA-4388-8EE6-458250F35D2E}" type="presParOf" srcId="{39234D7E-2928-4DCF-BE66-3BC9205A4B7E}" destId="{B7B45179-62A9-430D-8F28-2520CA5C5175}" srcOrd="4" destOrd="0" presId="urn:microsoft.com/office/officeart/2018/2/layout/IconLabelList"/>
    <dgm:cxn modelId="{26314A65-D01B-467C-A90D-AF9CC5CF6706}" type="presParOf" srcId="{B7B45179-62A9-430D-8F28-2520CA5C5175}" destId="{0028938C-3D1E-4D8D-BFB9-266615D34EC3}" srcOrd="0" destOrd="0" presId="urn:microsoft.com/office/officeart/2018/2/layout/IconLabelList"/>
    <dgm:cxn modelId="{BB7CD6A7-3D1E-424C-82E3-DBE9F1BC4273}" type="presParOf" srcId="{B7B45179-62A9-430D-8F28-2520CA5C5175}" destId="{E8E4C141-8147-4D79-A585-13780D9A3375}" srcOrd="1" destOrd="0" presId="urn:microsoft.com/office/officeart/2018/2/layout/IconLabelList"/>
    <dgm:cxn modelId="{F09816EC-E8E6-4C09-8B1A-3FCF65BF0EA4}" type="presParOf" srcId="{B7B45179-62A9-430D-8F28-2520CA5C5175}" destId="{D660FC5E-6ECD-4B14-936D-914BBA7F5E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EFA5D3-352E-4F38-B021-965E30077658}">
      <dsp:nvSpPr>
        <dsp:cNvPr id="0" name=""/>
        <dsp:cNvSpPr/>
      </dsp:nvSpPr>
      <dsp:spPr>
        <a:xfrm>
          <a:off x="801539" y="625"/>
          <a:ext cx="1050820" cy="10508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95F45-D93E-4D60-9AE5-F089432B2477}">
      <dsp:nvSpPr>
        <dsp:cNvPr id="0" name=""/>
        <dsp:cNvSpPr/>
      </dsp:nvSpPr>
      <dsp:spPr>
        <a:xfrm>
          <a:off x="1025484" y="224571"/>
          <a:ext cx="602929" cy="602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75319-6474-4BE2-BFD6-21BE4C017200}">
      <dsp:nvSpPr>
        <dsp:cNvPr id="0" name=""/>
        <dsp:cNvSpPr/>
      </dsp:nvSpPr>
      <dsp:spPr>
        <a:xfrm>
          <a:off x="465621" y="1378750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 err="1"/>
            <a:t>Tên</a:t>
          </a:r>
          <a:r>
            <a:rPr lang="en-US" sz="1400" kern="1200" dirty="0"/>
            <a:t> </a:t>
          </a:r>
          <a:r>
            <a:rPr lang="en-US" sz="1400" kern="1200" dirty="0" err="1"/>
            <a:t>dự</a:t>
          </a:r>
          <a:r>
            <a:rPr lang="en-US" sz="1400" kern="1200" dirty="0"/>
            <a:t> </a:t>
          </a:r>
          <a:r>
            <a:rPr lang="en-US" sz="1400" kern="1200" dirty="0" err="1"/>
            <a:t>án</a:t>
          </a:r>
          <a:r>
            <a:rPr lang="en-US" sz="1400" kern="1200" dirty="0"/>
            <a:t>: Website </a:t>
          </a:r>
          <a:r>
            <a:rPr lang="en-US" sz="1400" kern="1200" dirty="0" err="1"/>
            <a:t>bán</a:t>
          </a:r>
          <a:r>
            <a:rPr lang="en-US" sz="1400" kern="1200" dirty="0"/>
            <a:t> ô </a:t>
          </a:r>
          <a:r>
            <a:rPr lang="en-US" sz="1400" kern="1200" dirty="0" err="1"/>
            <a:t>tô</a:t>
          </a:r>
          <a:endParaRPr lang="en-US" sz="1400" kern="1200" dirty="0"/>
        </a:p>
      </dsp:txBody>
      <dsp:txXfrm>
        <a:off x="465621" y="1378750"/>
        <a:ext cx="1722656" cy="689062"/>
      </dsp:txXfrm>
    </dsp:sp>
    <dsp:sp modelId="{877FA8A0-DECF-475F-AB8E-6392F8AE6832}">
      <dsp:nvSpPr>
        <dsp:cNvPr id="0" name=""/>
        <dsp:cNvSpPr/>
      </dsp:nvSpPr>
      <dsp:spPr>
        <a:xfrm>
          <a:off x="2825660" y="625"/>
          <a:ext cx="1050820" cy="10508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7A38D-4DAE-4174-8683-830A95DA0FCC}">
      <dsp:nvSpPr>
        <dsp:cNvPr id="0" name=""/>
        <dsp:cNvSpPr/>
      </dsp:nvSpPr>
      <dsp:spPr>
        <a:xfrm>
          <a:off x="3049605" y="224571"/>
          <a:ext cx="602929" cy="602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F00AB-B024-4810-BDD2-63739D8EA0B9}">
      <dsp:nvSpPr>
        <dsp:cNvPr id="0" name=""/>
        <dsp:cNvSpPr/>
      </dsp:nvSpPr>
      <dsp:spPr>
        <a:xfrm>
          <a:off x="2489742" y="1378750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 err="1"/>
            <a:t>Mục</a:t>
          </a:r>
          <a:r>
            <a:rPr lang="en-US" sz="1400" kern="1200" dirty="0"/>
            <a:t> </a:t>
          </a:r>
          <a:r>
            <a:rPr lang="en-US" sz="1400" kern="1200" dirty="0" err="1"/>
            <a:t>tiêu</a:t>
          </a:r>
          <a:r>
            <a:rPr lang="en-US" sz="1400" kern="1200" dirty="0"/>
            <a:t>: </a:t>
          </a:r>
          <a:r>
            <a:rPr lang="en-US" sz="1400" kern="1200" dirty="0" err="1"/>
            <a:t>Xây</a:t>
          </a:r>
          <a:r>
            <a:rPr lang="en-US" sz="1400" kern="1200" dirty="0"/>
            <a:t> </a:t>
          </a:r>
          <a:r>
            <a:rPr lang="en-US" sz="1400" kern="1200" dirty="0" err="1"/>
            <a:t>dựng</a:t>
          </a:r>
          <a:r>
            <a:rPr lang="en-US" sz="1400" kern="1200" dirty="0"/>
            <a:t> </a:t>
          </a:r>
          <a:r>
            <a:rPr lang="en-US" sz="1400" kern="1200" dirty="0" err="1"/>
            <a:t>hệ</a:t>
          </a:r>
          <a:r>
            <a:rPr lang="en-US" sz="1400" kern="1200" dirty="0"/>
            <a:t> </a:t>
          </a:r>
          <a:r>
            <a:rPr lang="en-US" sz="1400" kern="1200" dirty="0" err="1"/>
            <a:t>thống</a:t>
          </a:r>
          <a:r>
            <a:rPr lang="en-US" sz="1400" kern="1200" dirty="0"/>
            <a:t> web </a:t>
          </a:r>
          <a:r>
            <a:rPr lang="en-US" sz="1400" kern="1200" dirty="0" err="1"/>
            <a:t>bán</a:t>
          </a:r>
          <a:r>
            <a:rPr lang="en-US" sz="1400" kern="1200" dirty="0"/>
            <a:t> ô </a:t>
          </a:r>
          <a:r>
            <a:rPr lang="en-US" sz="1400" kern="1200" dirty="0" err="1"/>
            <a:t>tô</a:t>
          </a:r>
          <a:endParaRPr lang="en-US" sz="1400" kern="1200" dirty="0"/>
        </a:p>
      </dsp:txBody>
      <dsp:txXfrm>
        <a:off x="2489742" y="1378750"/>
        <a:ext cx="1722656" cy="689062"/>
      </dsp:txXfrm>
    </dsp:sp>
    <dsp:sp modelId="{4CE74789-87C3-4156-B167-7F21E38E380C}">
      <dsp:nvSpPr>
        <dsp:cNvPr id="0" name=""/>
        <dsp:cNvSpPr/>
      </dsp:nvSpPr>
      <dsp:spPr>
        <a:xfrm>
          <a:off x="801539" y="2498477"/>
          <a:ext cx="1050820" cy="10508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4CCC9-8C66-4AF5-9910-6D68C580382D}">
      <dsp:nvSpPr>
        <dsp:cNvPr id="0" name=""/>
        <dsp:cNvSpPr/>
      </dsp:nvSpPr>
      <dsp:spPr>
        <a:xfrm>
          <a:off x="1025484" y="2722422"/>
          <a:ext cx="602929" cy="602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613CD-EBE6-465D-AD6C-991EFC829E6A}">
      <dsp:nvSpPr>
        <dsp:cNvPr id="0" name=""/>
        <dsp:cNvSpPr/>
      </dsp:nvSpPr>
      <dsp:spPr>
        <a:xfrm>
          <a:off x="465621" y="3876602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Công </a:t>
          </a:r>
          <a:r>
            <a:rPr lang="en-US" sz="1400" kern="1200" dirty="0" err="1"/>
            <a:t>nghệ</a:t>
          </a:r>
          <a:r>
            <a:rPr lang="en-US" sz="1400" kern="1200" dirty="0"/>
            <a:t>: ASP.NET API + React.js + SQL Server</a:t>
          </a:r>
        </a:p>
      </dsp:txBody>
      <dsp:txXfrm>
        <a:off x="465621" y="3876602"/>
        <a:ext cx="1722656" cy="689062"/>
      </dsp:txXfrm>
    </dsp:sp>
    <dsp:sp modelId="{E1240FB1-19FC-4A6A-AD3C-6593DF696563}">
      <dsp:nvSpPr>
        <dsp:cNvPr id="0" name=""/>
        <dsp:cNvSpPr/>
      </dsp:nvSpPr>
      <dsp:spPr>
        <a:xfrm>
          <a:off x="2825660" y="2498477"/>
          <a:ext cx="1050820" cy="105082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7FD47-6309-44A7-A69B-5DF7EAEF95A8}">
      <dsp:nvSpPr>
        <dsp:cNvPr id="0" name=""/>
        <dsp:cNvSpPr/>
      </dsp:nvSpPr>
      <dsp:spPr>
        <a:xfrm>
          <a:off x="3049605" y="2722422"/>
          <a:ext cx="602929" cy="6029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E088C-9779-45D2-8658-CEA3F9A3F86A}">
      <dsp:nvSpPr>
        <dsp:cNvPr id="0" name=""/>
        <dsp:cNvSpPr/>
      </dsp:nvSpPr>
      <dsp:spPr>
        <a:xfrm>
          <a:off x="2489742" y="3876602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Thành </a:t>
          </a:r>
          <a:r>
            <a:rPr lang="en-US" sz="1400" kern="1200" dirty="0" err="1"/>
            <a:t>viên</a:t>
          </a:r>
          <a:r>
            <a:rPr lang="en-US" sz="1400" kern="1200" dirty="0"/>
            <a:t>: 5 </a:t>
          </a:r>
          <a:r>
            <a:rPr lang="en-US" sz="1400" kern="1200" dirty="0" err="1"/>
            <a:t>người</a:t>
          </a:r>
          <a:r>
            <a:rPr lang="en-US" sz="1400" kern="1200" dirty="0"/>
            <a:t> (PO, SM, Devs)</a:t>
          </a:r>
        </a:p>
      </dsp:txBody>
      <dsp:txXfrm>
        <a:off x="2489742" y="3876602"/>
        <a:ext cx="1722656" cy="6890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513E0-B310-4A47-932E-70B906B476D3}">
      <dsp:nvSpPr>
        <dsp:cNvPr id="0" name=""/>
        <dsp:cNvSpPr/>
      </dsp:nvSpPr>
      <dsp:spPr>
        <a:xfrm>
          <a:off x="244315" y="752"/>
          <a:ext cx="4381025" cy="1336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Product Owner: xác định yêu cầu, quản lý backlog</a:t>
          </a:r>
        </a:p>
      </dsp:txBody>
      <dsp:txXfrm>
        <a:off x="244315" y="752"/>
        <a:ext cx="4381025" cy="1336212"/>
      </dsp:txXfrm>
    </dsp:sp>
    <dsp:sp modelId="{CAD775FA-B594-4142-81BB-711604D401CC}">
      <dsp:nvSpPr>
        <dsp:cNvPr id="0" name=""/>
        <dsp:cNvSpPr/>
      </dsp:nvSpPr>
      <dsp:spPr>
        <a:xfrm>
          <a:off x="244315" y="1884593"/>
          <a:ext cx="4381025" cy="1336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Scrum Master: đảm bảo quy trình Scrum, gỡ rối</a:t>
          </a:r>
        </a:p>
      </dsp:txBody>
      <dsp:txXfrm>
        <a:off x="244315" y="1884593"/>
        <a:ext cx="4381025" cy="1336212"/>
      </dsp:txXfrm>
    </dsp:sp>
    <dsp:sp modelId="{EE33F1B9-DC48-4781-A35B-E3C32E849AC5}">
      <dsp:nvSpPr>
        <dsp:cNvPr id="0" name=""/>
        <dsp:cNvSpPr/>
      </dsp:nvSpPr>
      <dsp:spPr>
        <a:xfrm>
          <a:off x="244315" y="3768434"/>
          <a:ext cx="4381025" cy="1336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Development Team: thiết kế, lập trình, kiểm thử</a:t>
          </a:r>
        </a:p>
      </dsp:txBody>
      <dsp:txXfrm>
        <a:off x="244315" y="3768434"/>
        <a:ext cx="4381025" cy="13362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06A60-23FB-4D0B-96F4-0E1E3101D437}">
      <dsp:nvSpPr>
        <dsp:cNvPr id="0" name=""/>
        <dsp:cNvSpPr/>
      </dsp:nvSpPr>
      <dsp:spPr>
        <a:xfrm>
          <a:off x="0" y="0"/>
          <a:ext cx="4139207" cy="15316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Product Backlog: Danh </a:t>
          </a:r>
          <a:r>
            <a:rPr lang="en-US" sz="2500" kern="1200" dirty="0" err="1"/>
            <a:t>sách</a:t>
          </a:r>
          <a:r>
            <a:rPr lang="en-US" sz="2500" kern="1200" dirty="0"/>
            <a:t> </a:t>
          </a:r>
          <a:r>
            <a:rPr lang="en-US" sz="2500" kern="1200" dirty="0" err="1"/>
            <a:t>tính</a:t>
          </a:r>
          <a:r>
            <a:rPr lang="en-US" sz="2500" kern="1200" dirty="0"/>
            <a:t> </a:t>
          </a:r>
          <a:r>
            <a:rPr lang="en-US" sz="2500" kern="1200" dirty="0" err="1"/>
            <a:t>năng</a:t>
          </a:r>
          <a:r>
            <a:rPr lang="en-US" sz="2500" kern="1200" dirty="0"/>
            <a:t> </a:t>
          </a:r>
          <a:r>
            <a:rPr lang="en-US" sz="2500" kern="1200" dirty="0" err="1"/>
            <a:t>tổng</a:t>
          </a:r>
          <a:r>
            <a:rPr lang="en-US" sz="2500" kern="1200" dirty="0"/>
            <a:t> </a:t>
          </a:r>
          <a:r>
            <a:rPr lang="en-US" sz="2500" kern="1200" dirty="0" err="1"/>
            <a:t>thể</a:t>
          </a:r>
          <a:endParaRPr lang="en-US" sz="2500" kern="1200" dirty="0"/>
        </a:p>
      </dsp:txBody>
      <dsp:txXfrm>
        <a:off x="44860" y="44860"/>
        <a:ext cx="2486469" cy="1441900"/>
      </dsp:txXfrm>
    </dsp:sp>
    <dsp:sp modelId="{575FF9E0-179D-4DA5-9A4E-5AC028192770}">
      <dsp:nvSpPr>
        <dsp:cNvPr id="0" name=""/>
        <dsp:cNvSpPr/>
      </dsp:nvSpPr>
      <dsp:spPr>
        <a:xfrm>
          <a:off x="365224" y="1786890"/>
          <a:ext cx="4139207" cy="1531620"/>
        </a:xfrm>
        <a:prstGeom prst="roundRect">
          <a:avLst>
            <a:gd name="adj" fmla="val 10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Sprint Backlog: </a:t>
          </a:r>
          <a:r>
            <a:rPr lang="en-US" sz="2500" kern="1200" dirty="0" err="1"/>
            <a:t>Nhiệm</a:t>
          </a:r>
          <a:r>
            <a:rPr lang="en-US" sz="2500" kern="1200" dirty="0"/>
            <a:t> </a:t>
          </a:r>
          <a:r>
            <a:rPr lang="en-US" sz="2500" kern="1200" dirty="0" err="1"/>
            <a:t>vụ</a:t>
          </a:r>
          <a:r>
            <a:rPr lang="en-US" sz="2500" kern="1200" dirty="0"/>
            <a:t> chi </a:t>
          </a:r>
          <a:r>
            <a:rPr lang="en-US" sz="2500" kern="1200" dirty="0" err="1"/>
            <a:t>tiết</a:t>
          </a:r>
          <a:r>
            <a:rPr lang="en-US" sz="2500" kern="1200" dirty="0"/>
            <a:t> </a:t>
          </a:r>
          <a:r>
            <a:rPr lang="en-US" sz="2500" kern="1200" dirty="0" err="1"/>
            <a:t>cho</a:t>
          </a:r>
          <a:r>
            <a:rPr lang="en-US" sz="2500" kern="1200" dirty="0"/>
            <a:t> </a:t>
          </a:r>
          <a:r>
            <a:rPr lang="en-US" sz="2500" kern="1200" dirty="0" err="1"/>
            <a:t>mỗi</a:t>
          </a:r>
          <a:r>
            <a:rPr lang="en-US" sz="2500" kern="1200" dirty="0"/>
            <a:t> Sprint</a:t>
          </a:r>
        </a:p>
      </dsp:txBody>
      <dsp:txXfrm>
        <a:off x="410084" y="1831750"/>
        <a:ext cx="2688710" cy="1441900"/>
      </dsp:txXfrm>
    </dsp:sp>
    <dsp:sp modelId="{9A991FF4-C339-4FB9-A7EA-29B2CA26F493}">
      <dsp:nvSpPr>
        <dsp:cNvPr id="0" name=""/>
        <dsp:cNvSpPr/>
      </dsp:nvSpPr>
      <dsp:spPr>
        <a:xfrm>
          <a:off x="730448" y="3573780"/>
          <a:ext cx="4139207" cy="1531620"/>
        </a:xfrm>
        <a:prstGeom prst="roundRect">
          <a:avLst>
            <a:gd name="adj" fmla="val 10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Increment: </a:t>
          </a:r>
          <a:r>
            <a:rPr lang="en-US" sz="2500" kern="1200" dirty="0" err="1"/>
            <a:t>Sản</a:t>
          </a:r>
          <a:r>
            <a:rPr lang="en-US" sz="2500" kern="1200" dirty="0"/>
            <a:t> </a:t>
          </a:r>
          <a:r>
            <a:rPr lang="en-US" sz="2500" kern="1200" dirty="0" err="1"/>
            <a:t>phẩm</a:t>
          </a:r>
          <a:r>
            <a:rPr lang="en-US" sz="2500" kern="1200" dirty="0"/>
            <a:t> </a:t>
          </a:r>
          <a:r>
            <a:rPr lang="en-US" sz="2500" kern="1200" dirty="0" err="1"/>
            <a:t>tăng</a:t>
          </a:r>
          <a:r>
            <a:rPr lang="en-US" sz="2500" kern="1200" dirty="0"/>
            <a:t> </a:t>
          </a:r>
          <a:r>
            <a:rPr lang="en-US" sz="2500" kern="1200" dirty="0" err="1"/>
            <a:t>dần</a:t>
          </a:r>
          <a:r>
            <a:rPr lang="en-US" sz="2500" kern="1200" dirty="0"/>
            <a:t> qua </a:t>
          </a:r>
          <a:r>
            <a:rPr lang="en-US" sz="2500" kern="1200" dirty="0" err="1"/>
            <a:t>mỗi</a:t>
          </a:r>
          <a:r>
            <a:rPr lang="en-US" sz="2500" kern="1200" dirty="0"/>
            <a:t> Sprint</a:t>
          </a:r>
        </a:p>
      </dsp:txBody>
      <dsp:txXfrm>
        <a:off x="775308" y="3618640"/>
        <a:ext cx="2688710" cy="1441900"/>
      </dsp:txXfrm>
    </dsp:sp>
    <dsp:sp modelId="{A3CEFDF7-00D1-4256-BC9A-59EA7841991C}">
      <dsp:nvSpPr>
        <dsp:cNvPr id="0" name=""/>
        <dsp:cNvSpPr/>
      </dsp:nvSpPr>
      <dsp:spPr>
        <a:xfrm>
          <a:off x="3143654" y="1161478"/>
          <a:ext cx="995553" cy="9955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367653" y="1161478"/>
        <a:ext cx="547555" cy="749154"/>
      </dsp:txXfrm>
    </dsp:sp>
    <dsp:sp modelId="{4EFD47D9-FE1C-4AA6-A21A-A5B62325E4EB}">
      <dsp:nvSpPr>
        <dsp:cNvPr id="0" name=""/>
        <dsp:cNvSpPr/>
      </dsp:nvSpPr>
      <dsp:spPr>
        <a:xfrm>
          <a:off x="3508878" y="2938157"/>
          <a:ext cx="995553" cy="9955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732877" y="2938157"/>
        <a:ext cx="547555" cy="749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68089-B292-4FA7-A09D-80052FB0C6FD}">
      <dsp:nvSpPr>
        <dsp:cNvPr id="0" name=""/>
        <dsp:cNvSpPr/>
      </dsp:nvSpPr>
      <dsp:spPr>
        <a:xfrm>
          <a:off x="651530" y="557187"/>
          <a:ext cx="964877" cy="964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D2C60-9D9E-432D-B601-184EA59A3625}">
      <dsp:nvSpPr>
        <dsp:cNvPr id="0" name=""/>
        <dsp:cNvSpPr/>
      </dsp:nvSpPr>
      <dsp:spPr>
        <a:xfrm>
          <a:off x="61883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Đăng</a:t>
          </a:r>
          <a:r>
            <a:rPr lang="en-US" sz="2300" kern="1200" dirty="0"/>
            <a:t> </a:t>
          </a:r>
          <a:r>
            <a:rPr lang="en-US" sz="2300" kern="1200" dirty="0" err="1"/>
            <a:t>ký</a:t>
          </a:r>
          <a:r>
            <a:rPr lang="en-US" sz="2300" kern="1200" dirty="0"/>
            <a:t> </a:t>
          </a:r>
          <a:r>
            <a:rPr lang="en-US" sz="2300" kern="1200" dirty="0" err="1"/>
            <a:t>tài</a:t>
          </a:r>
          <a:r>
            <a:rPr lang="en-US" sz="2300" kern="1200" dirty="0"/>
            <a:t> </a:t>
          </a:r>
          <a:r>
            <a:rPr lang="en-US" sz="2300" kern="1200" dirty="0" err="1"/>
            <a:t>khoản</a:t>
          </a:r>
          <a:r>
            <a:rPr lang="en-US" sz="2300" kern="1200" dirty="0"/>
            <a:t>: Dev C (6h)</a:t>
          </a:r>
        </a:p>
      </dsp:txBody>
      <dsp:txXfrm>
        <a:off x="61883" y="1819450"/>
        <a:ext cx="2144171" cy="720000"/>
      </dsp:txXfrm>
    </dsp:sp>
    <dsp:sp modelId="{9BA7E3AE-A8E9-46D7-964A-5962B0FE0731}">
      <dsp:nvSpPr>
        <dsp:cNvPr id="0" name=""/>
        <dsp:cNvSpPr/>
      </dsp:nvSpPr>
      <dsp:spPr>
        <a:xfrm>
          <a:off x="3170931" y="557187"/>
          <a:ext cx="964877" cy="964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7B15C-74DC-4640-ABF6-AA0A06A5571D}">
      <dsp:nvSpPr>
        <dsp:cNvPr id="0" name=""/>
        <dsp:cNvSpPr/>
      </dsp:nvSpPr>
      <dsp:spPr>
        <a:xfrm>
          <a:off x="2581284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Đăng</a:t>
          </a:r>
          <a:r>
            <a:rPr lang="en-US" sz="2300" kern="1200" dirty="0"/>
            <a:t> </a:t>
          </a:r>
          <a:r>
            <a:rPr lang="en-US" sz="2300" kern="1200" dirty="0" err="1"/>
            <a:t>nhập</a:t>
          </a:r>
          <a:r>
            <a:rPr lang="en-US" sz="2300" kern="1200" dirty="0"/>
            <a:t>: Dev D (5h)</a:t>
          </a:r>
        </a:p>
      </dsp:txBody>
      <dsp:txXfrm>
        <a:off x="2581284" y="1819450"/>
        <a:ext cx="2144171" cy="720000"/>
      </dsp:txXfrm>
    </dsp:sp>
    <dsp:sp modelId="{0028938C-3D1E-4D8D-BFB9-266615D34EC3}">
      <dsp:nvSpPr>
        <dsp:cNvPr id="0" name=""/>
        <dsp:cNvSpPr/>
      </dsp:nvSpPr>
      <dsp:spPr>
        <a:xfrm>
          <a:off x="5690332" y="557187"/>
          <a:ext cx="964877" cy="9648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0FC5E-6ECD-4B14-936D-914BBA7F5E12}">
      <dsp:nvSpPr>
        <dsp:cNvPr id="0" name=""/>
        <dsp:cNvSpPr/>
      </dsp:nvSpPr>
      <dsp:spPr>
        <a:xfrm>
          <a:off x="5100685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Danh </a:t>
          </a:r>
          <a:r>
            <a:rPr lang="en-US" sz="2300" kern="1200" dirty="0" err="1"/>
            <a:t>sách</a:t>
          </a:r>
          <a:r>
            <a:rPr lang="en-US" sz="2300" kern="1200" dirty="0"/>
            <a:t> </a:t>
          </a:r>
          <a:r>
            <a:rPr lang="en-US" sz="2300" kern="1200" dirty="0" err="1"/>
            <a:t>xe</a:t>
          </a:r>
          <a:r>
            <a:rPr lang="en-US" sz="2300" kern="1200" dirty="0"/>
            <a:t>: Dev E (8h)</a:t>
          </a:r>
        </a:p>
      </dsp:txBody>
      <dsp:txXfrm>
        <a:off x="5100685" y="1819450"/>
        <a:ext cx="214417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763274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3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5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6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38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8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0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7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5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3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8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98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39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48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63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7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3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07/08/2025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0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19326" y="-4763"/>
            <a:ext cx="3761187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6224" y="1380068"/>
            <a:ext cx="4541042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Áp dụng Agile/Scrum cho dự án Website bán ô tô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2190" y="3996267"/>
            <a:ext cx="3875076" cy="1388534"/>
          </a:xfrm>
        </p:spPr>
        <p:txBody>
          <a:bodyPr>
            <a:normAutofit/>
          </a:bodyPr>
          <a:lstStyle/>
          <a:p>
            <a:r>
              <a:t>Quản trị Dự án CNTT - Lab 5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A1B9266-8E60-9A58-9848-D33A583C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22" r="44106" b="-1"/>
          <a:stretch>
            <a:fillRect/>
          </a:stretch>
        </p:blipFill>
        <p:spPr>
          <a:xfrm>
            <a:off x="20" y="10"/>
            <a:ext cx="4086205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000000"/>
                </a:solidFill>
              </a:rPr>
              <a:t>1. Mô tả ngắn gọn dự án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F7D146-BDCF-1F9C-02E4-8F1914185D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4772202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2. Các vai trò trong Scrum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524BE5-C741-DCFC-5DFF-186A693AA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279212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3. Scrum Artifacts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A086E7-765B-8876-697E-6E9247A7B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08428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76" y="1261872"/>
            <a:ext cx="2359152" cy="4334256"/>
          </a:xfrm>
        </p:spPr>
        <p:txBody>
          <a:bodyPr>
            <a:normAutofit/>
          </a:bodyPr>
          <a:lstStyle/>
          <a:p>
            <a:pPr algn="r"/>
            <a:r>
              <a:rPr lang="en-US" sz="3100"/>
              <a:t>4. Các Ceremonies trong Scrum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949" y="1261873"/>
            <a:ext cx="4463259" cy="4449422"/>
          </a:xfrm>
        </p:spPr>
        <p:txBody>
          <a:bodyPr>
            <a:normAutofit/>
          </a:bodyPr>
          <a:lstStyle/>
          <a:p>
            <a:r>
              <a:rPr lang="en-US" sz="1700" dirty="0"/>
              <a:t>Sprint Planning</a:t>
            </a:r>
          </a:p>
          <a:p>
            <a:r>
              <a:rPr lang="en-US" sz="1700" dirty="0"/>
              <a:t>Daily Scrum</a:t>
            </a:r>
          </a:p>
          <a:p>
            <a:r>
              <a:rPr lang="en-US" sz="1700" dirty="0"/>
              <a:t>Sprint Review</a:t>
            </a:r>
          </a:p>
          <a:p>
            <a:r>
              <a:rPr lang="en-US" sz="1700" dirty="0"/>
              <a:t>Sprint Retrospective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5. Kế hoạch Sprint</a:t>
            </a:r>
          </a:p>
        </p:txBody>
      </p:sp>
      <p:pic>
        <p:nvPicPr>
          <p:cNvPr id="5" name="Picture 4" descr="Angled view of a starting block on a running track">
            <a:extLst>
              <a:ext uri="{FF2B5EF4-FFF2-40B4-BE49-F238E27FC236}">
                <a16:creationId xmlns:a16="http://schemas.microsoft.com/office/drawing/2014/main" id="{EAD17EB2-4198-0707-F894-85CFC880DA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18" r="38430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rPr dirty="0"/>
              <a:t>Sprint 1: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, Trang </a:t>
            </a:r>
            <a:r>
              <a:rPr dirty="0" err="1"/>
              <a:t>chủ</a:t>
            </a:r>
            <a:r>
              <a:rPr dirty="0"/>
              <a:t>, Danh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xe</a:t>
            </a:r>
            <a:endParaRPr dirty="0"/>
          </a:p>
          <a:p>
            <a:r>
              <a:rPr dirty="0"/>
              <a:t>Sprint 2: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xe</a:t>
            </a:r>
            <a:r>
              <a:rPr dirty="0"/>
              <a:t>,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,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xe</a:t>
            </a:r>
            <a:endParaRPr dirty="0"/>
          </a:p>
          <a:p>
            <a:r>
              <a:rPr dirty="0"/>
              <a:t>Sprint 3: Admin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,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  <a:p>
            <a:r>
              <a:rPr dirty="0"/>
              <a:t>Sprint 4: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kiếm</a:t>
            </a:r>
            <a:r>
              <a:rPr dirty="0"/>
              <a:t>,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,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7">
            <a:extLst>
              <a:ext uri="{FF2B5EF4-FFF2-40B4-BE49-F238E27FC236}">
                <a16:creationId xmlns:a16="http://schemas.microsoft.com/office/drawing/2014/main" id="{08751D95-C333-4DEB-90B4-1EAC9A91D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46595" y="-15832"/>
            <a:ext cx="6097405" cy="6889518"/>
          </a:xfrm>
          <a:custGeom>
            <a:avLst/>
            <a:gdLst>
              <a:gd name="connsiteX0" fmla="*/ 0 w 8129873"/>
              <a:gd name="connsiteY0" fmla="*/ 0 h 6889518"/>
              <a:gd name="connsiteX1" fmla="*/ 0 w 8129873"/>
              <a:gd name="connsiteY1" fmla="*/ 6889518 h 6889518"/>
              <a:gd name="connsiteX2" fmla="*/ 6207942 w 8129873"/>
              <a:gd name="connsiteY2" fmla="*/ 6882299 h 6889518"/>
              <a:gd name="connsiteX3" fmla="*/ 8129873 w 8129873"/>
              <a:gd name="connsiteY3" fmla="*/ 5349831 h 6889518"/>
              <a:gd name="connsiteX4" fmla="*/ 7291674 w 8129873"/>
              <a:gd name="connsiteY4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873" h="6889518">
                <a:moveTo>
                  <a:pt x="0" y="0"/>
                </a:moveTo>
                <a:lnTo>
                  <a:pt x="0" y="6889518"/>
                </a:lnTo>
                <a:lnTo>
                  <a:pt x="6207942" y="6882299"/>
                </a:lnTo>
                <a:lnTo>
                  <a:pt x="8129873" y="5349831"/>
                </a:lnTo>
                <a:lnTo>
                  <a:pt x="7291674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BA7535-3851-431E-BDA9-B4F6C1201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60419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F07680B-461A-4AFC-808F-93216679A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C864A04-25C0-4A5F-B6D4-F3859450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5F596D75-78C8-47A8-9225-7C64A6674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28D8641-4FEB-4878-B029-6CC4922EB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B339737-0E88-4165-A752-9E204068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33AF255-B0DD-4D23-A3F2-DDB221BB1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018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dirty="0"/>
              <a:t>6. Product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74" y="1072609"/>
            <a:ext cx="4989330" cy="4522647"/>
          </a:xfrm>
        </p:spPr>
        <p:txBody>
          <a:bodyPr anchor="ctr">
            <a:normAutofit/>
          </a:bodyPr>
          <a:lstStyle/>
          <a:p>
            <a:r>
              <a:rPr lang="vi-VN" sz="1700" dirty="0">
                <a:solidFill>
                  <a:schemeClr val="bg1"/>
                </a:solidFill>
              </a:rPr>
              <a:t>Đăng nhập / đăng ký (Ưu tiên 1)</a:t>
            </a:r>
          </a:p>
          <a:p>
            <a:r>
              <a:rPr lang="vi-VN" sz="1700" dirty="0">
                <a:solidFill>
                  <a:schemeClr val="bg1"/>
                </a:solidFill>
              </a:rPr>
              <a:t>Tìm kiếm xe theo hãng/giá (Ưu tiên 2)</a:t>
            </a:r>
          </a:p>
          <a:p>
            <a:r>
              <a:rPr lang="vi-VN" sz="1700" dirty="0">
                <a:solidFill>
                  <a:schemeClr val="bg1"/>
                </a:solidFill>
              </a:rPr>
              <a:t>Thêm xe vào giỏ hàng (Ưu tiên 2)</a:t>
            </a:r>
          </a:p>
          <a:p>
            <a:r>
              <a:rPr lang="vi-VN" sz="1700" dirty="0">
                <a:solidFill>
                  <a:schemeClr val="bg1"/>
                </a:solidFill>
              </a:rPr>
              <a:t>Quản lý đơn hàng (Ưu tiên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7. Sprint Backlog (Sprint 1)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3D798F-3AF9-F251-5D4B-94A6FF3F5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31808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7009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>
                <a:solidFill>
                  <a:schemeClr val="tx2"/>
                </a:solidFill>
              </a:rPr>
              <a:t>8. 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74" y="1072609"/>
            <a:ext cx="4787405" cy="4522647"/>
          </a:xfrm>
        </p:spPr>
        <p:txBody>
          <a:bodyPr anchor="ctr">
            <a:normAutofit/>
          </a:bodyPr>
          <a:lstStyle/>
          <a:p>
            <a:r>
              <a:rPr lang="vi-VN" sz="1700" dirty="0" err="1"/>
              <a:t>Scrum</a:t>
            </a:r>
            <a:r>
              <a:rPr lang="vi-VN" sz="1700" dirty="0"/>
              <a:t> phù hợp với dự án linh hoạt</a:t>
            </a:r>
          </a:p>
          <a:p>
            <a:r>
              <a:rPr lang="vi-VN" sz="1700" dirty="0"/>
              <a:t>Có thể phát triển, kiểm thử theo giai đoạn</a:t>
            </a:r>
          </a:p>
          <a:p>
            <a:r>
              <a:rPr lang="vi-VN" sz="1700" dirty="0"/>
              <a:t>Phản hồi nhanh chóng từ người dùng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</TotalTime>
  <Words>323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Áp dụng Agile/Scrum cho dự án Website bán ô tô</vt:lpstr>
      <vt:lpstr>1. Mô tả ngắn gọn dự án</vt:lpstr>
      <vt:lpstr>2. Các vai trò trong Scrum</vt:lpstr>
      <vt:lpstr>3. Scrum Artifacts</vt:lpstr>
      <vt:lpstr>4. Các Ceremonies trong Scrum</vt:lpstr>
      <vt:lpstr>5. Kế hoạch Sprint</vt:lpstr>
      <vt:lpstr>6. Product Backlog</vt:lpstr>
      <vt:lpstr>7. Sprint Backlog (Sprint 1)</vt:lpstr>
      <vt:lpstr>8. 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Bao</cp:lastModifiedBy>
  <cp:revision>2</cp:revision>
  <dcterms:created xsi:type="dcterms:W3CDTF">2013-01-27T09:14:16Z</dcterms:created>
  <dcterms:modified xsi:type="dcterms:W3CDTF">2025-08-07T07:57:25Z</dcterms:modified>
  <cp:category/>
</cp:coreProperties>
</file>